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259_C131D7F8.xml" ContentType="application/vnd.ms-powerpoint.comment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601" r:id="rId5"/>
    <p:sldId id="635" r:id="rId6"/>
    <p:sldId id="641" r:id="rId7"/>
    <p:sldId id="637" r:id="rId8"/>
    <p:sldId id="638" r:id="rId9"/>
    <p:sldId id="639" r:id="rId10"/>
    <p:sldId id="643" r:id="rId11"/>
    <p:sldId id="644" r:id="rId12"/>
    <p:sldId id="666" r:id="rId13"/>
    <p:sldId id="664" r:id="rId14"/>
    <p:sldId id="650" r:id="rId15"/>
    <p:sldId id="560" r:id="rId16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 1.2" id="{35BB2DC2-F2B1-4286-AAB6-00239F54465C}">
          <p14:sldIdLst>
            <p14:sldId id="601"/>
            <p14:sldId id="635"/>
            <p14:sldId id="641"/>
            <p14:sldId id="637"/>
            <p14:sldId id="638"/>
            <p14:sldId id="639"/>
            <p14:sldId id="643"/>
            <p14:sldId id="644"/>
            <p14:sldId id="666"/>
            <p14:sldId id="664"/>
            <p14:sldId id="650"/>
          </p14:sldIdLst>
        </p14:section>
        <p14:section name="End of Week 2.1" id="{973B2DA3-82EE-4C70-9ECC-445662C9E173}">
          <p14:sldIdLst>
            <p14:sldId id="5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86A08B-09E8-B719-FF35-237648D4AA62}" name="Emile SABASTIAN (TP)" initials="E(" userId="S::emile@tp.edu.sg::e86eb7ec-ff21-45b3-bb8b-64e4fad3ad69" providerId="AD"/>
  <p188:author id="{6C0C76AC-659F-9E82-B08A-DA48F8E57A71}" name="Alvin PS TAN (TP)" initials="AP" userId="S::psalvin@tp.edu.sg::ae8eeb15-80f2-46a2-a65c-ef382058ada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FFFFF"/>
    <a:srgbClr val="EE3A43"/>
    <a:srgbClr val="54D5B3"/>
    <a:srgbClr val="C688C0"/>
    <a:srgbClr val="FFFF00"/>
    <a:srgbClr val="00FF00"/>
    <a:srgbClr val="F8D948"/>
    <a:srgbClr val="EFEFEF"/>
    <a:srgbClr val="C9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45FCCE-2075-4E40-9A11-D48DEF7CD601}" v="1" dt="2026-03-13T07:00:12.1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92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in PS TAN (TP)" userId="ae8eeb15-80f2-46a2-a65c-ef382058ada9" providerId="ADAL" clId="{8FFE611B-104F-4455-AD06-5CCD191A15B7}"/>
    <pc:docChg chg="undo custSel addSld delSld modSld sldOrd delSection modSection">
      <pc:chgData name="Alvin PS TAN (TP)" userId="ae8eeb15-80f2-46a2-a65c-ef382058ada9" providerId="ADAL" clId="{8FFE611B-104F-4455-AD06-5CCD191A15B7}" dt="2026-03-13T07:59:54.766" v="429" actId="47"/>
      <pc:docMkLst>
        <pc:docMk/>
      </pc:docMkLst>
      <pc:sldChg chg="modSp add del mod">
        <pc:chgData name="Alvin PS TAN (TP)" userId="ae8eeb15-80f2-46a2-a65c-ef382058ada9" providerId="ADAL" clId="{8FFE611B-104F-4455-AD06-5CCD191A15B7}" dt="2026-03-13T07:59:37.643" v="428"/>
        <pc:sldMkLst>
          <pc:docMk/>
          <pc:sldMk cId="3662755174" sldId="560"/>
        </pc:sldMkLst>
      </pc:sldChg>
      <pc:sldChg chg="modSp mod">
        <pc:chgData name="Alvin PS TAN (TP)" userId="ae8eeb15-80f2-46a2-a65c-ef382058ada9" providerId="ADAL" clId="{8FFE611B-104F-4455-AD06-5CCD191A15B7}" dt="2026-03-06T08:47:34.262" v="78" actId="20577"/>
        <pc:sldMkLst>
          <pc:docMk/>
          <pc:sldMk cId="3241269240" sldId="601"/>
        </pc:sldMkLst>
        <pc:spChg chg="mod">
          <ac:chgData name="Alvin PS TAN (TP)" userId="ae8eeb15-80f2-46a2-a65c-ef382058ada9" providerId="ADAL" clId="{8FFE611B-104F-4455-AD06-5CCD191A15B7}" dt="2026-03-06T08:47:34.262" v="78" actId="20577"/>
          <ac:spMkLst>
            <pc:docMk/>
            <pc:sldMk cId="3241269240" sldId="601"/>
            <ac:spMk id="9" creationId="{C384B095-EDA9-9471-FE98-34146B865BBD}"/>
          </ac:spMkLst>
        </pc:spChg>
        <pc:spChg chg="mod">
          <ac:chgData name="Alvin PS TAN (TP)" userId="ae8eeb15-80f2-46a2-a65c-ef382058ada9" providerId="ADAL" clId="{8FFE611B-104F-4455-AD06-5CCD191A15B7}" dt="2026-03-06T08:43:15.566" v="17" actId="20577"/>
          <ac:spMkLst>
            <pc:docMk/>
            <pc:sldMk cId="3241269240" sldId="601"/>
            <ac:spMk id="13" creationId="{7C3CC67D-B645-B135-0A6E-47FC67230069}"/>
          </ac:spMkLst>
        </pc:spChg>
      </pc:sldChg>
      <pc:sldChg chg="modSp del mod">
        <pc:chgData name="Alvin PS TAN (TP)" userId="ae8eeb15-80f2-46a2-a65c-ef382058ada9" providerId="ADAL" clId="{8FFE611B-104F-4455-AD06-5CCD191A15B7}" dt="2026-03-13T06:33:01.687" v="192"/>
        <pc:sldMkLst>
          <pc:docMk/>
          <pc:sldMk cId="3272605482" sldId="629"/>
        </pc:sldMkLst>
      </pc:sldChg>
      <pc:sldChg chg="modSp add mod">
        <pc:chgData name="Alvin PS TAN (TP)" userId="ae8eeb15-80f2-46a2-a65c-ef382058ada9" providerId="ADAL" clId="{8FFE611B-104F-4455-AD06-5CCD191A15B7}" dt="2026-03-06T09:03:07.539" v="121"/>
        <pc:sldMkLst>
          <pc:docMk/>
          <pc:sldMk cId="1884239425" sldId="635"/>
        </pc:sldMkLst>
        <pc:spChg chg="mod">
          <ac:chgData name="Alvin PS TAN (TP)" userId="ae8eeb15-80f2-46a2-a65c-ef382058ada9" providerId="ADAL" clId="{8FFE611B-104F-4455-AD06-5CCD191A15B7}" dt="2026-03-06T09:03:07.503" v="119"/>
          <ac:spMkLst>
            <pc:docMk/>
            <pc:sldMk cId="1884239425" sldId="635"/>
            <ac:spMk id="3" creationId="{E350D0BD-6107-FE1B-9366-922FA800C988}"/>
          </ac:spMkLst>
        </pc:spChg>
        <pc:spChg chg="mod">
          <ac:chgData name="Alvin PS TAN (TP)" userId="ae8eeb15-80f2-46a2-a65c-ef382058ada9" providerId="ADAL" clId="{8FFE611B-104F-4455-AD06-5CCD191A15B7}" dt="2026-03-06T09:03:07.539" v="121"/>
          <ac:spMkLst>
            <pc:docMk/>
            <pc:sldMk cId="1884239425" sldId="635"/>
            <ac:spMk id="5" creationId="{4A8CB6F7-3162-1134-9B39-75444F217F15}"/>
          </ac:spMkLst>
        </pc:spChg>
      </pc:sldChg>
      <pc:sldChg chg="modSp add mod">
        <pc:chgData name="Alvin PS TAN (TP)" userId="ae8eeb15-80f2-46a2-a65c-ef382058ada9" providerId="ADAL" clId="{8FFE611B-104F-4455-AD06-5CCD191A15B7}" dt="2026-03-06T09:05:47.988" v="175" actId="20577"/>
        <pc:sldMkLst>
          <pc:docMk/>
          <pc:sldMk cId="250869801" sldId="637"/>
        </pc:sldMkLst>
        <pc:spChg chg="mod">
          <ac:chgData name="Alvin PS TAN (TP)" userId="ae8eeb15-80f2-46a2-a65c-ef382058ada9" providerId="ADAL" clId="{8FFE611B-104F-4455-AD06-5CCD191A15B7}" dt="2026-03-06T09:03:07.578" v="124"/>
          <ac:spMkLst>
            <pc:docMk/>
            <pc:sldMk cId="250869801" sldId="637"/>
            <ac:spMk id="3" creationId="{4E9F32CE-58B0-8555-D24B-C8B2B8169973}"/>
          </ac:spMkLst>
        </pc:spChg>
        <pc:spChg chg="mod">
          <ac:chgData name="Alvin PS TAN (TP)" userId="ae8eeb15-80f2-46a2-a65c-ef382058ada9" providerId="ADAL" clId="{8FFE611B-104F-4455-AD06-5CCD191A15B7}" dt="2026-03-06T09:05:47.988" v="175" actId="20577"/>
          <ac:spMkLst>
            <pc:docMk/>
            <pc:sldMk cId="250869801" sldId="637"/>
            <ac:spMk id="4" creationId="{637C3C66-6037-43EC-B314-963A2E93CF6D}"/>
          </ac:spMkLst>
        </pc:spChg>
      </pc:sldChg>
      <pc:sldChg chg="modSp add mod">
        <pc:chgData name="Alvin PS TAN (TP)" userId="ae8eeb15-80f2-46a2-a65c-ef382058ada9" providerId="ADAL" clId="{8FFE611B-104F-4455-AD06-5CCD191A15B7}" dt="2026-03-06T09:03:07.616" v="128"/>
        <pc:sldMkLst>
          <pc:docMk/>
          <pc:sldMk cId="3224203031" sldId="638"/>
        </pc:sldMkLst>
        <pc:spChg chg="mod">
          <ac:chgData name="Alvin PS TAN (TP)" userId="ae8eeb15-80f2-46a2-a65c-ef382058ada9" providerId="ADAL" clId="{8FFE611B-104F-4455-AD06-5CCD191A15B7}" dt="2026-03-06T09:03:07.602" v="126"/>
          <ac:spMkLst>
            <pc:docMk/>
            <pc:sldMk cId="3224203031" sldId="638"/>
            <ac:spMk id="3" creationId="{4E9F32CE-58B0-8555-D24B-C8B2B8169973}"/>
          </ac:spMkLst>
        </pc:spChg>
        <pc:spChg chg="mod">
          <ac:chgData name="Alvin PS TAN (TP)" userId="ae8eeb15-80f2-46a2-a65c-ef382058ada9" providerId="ADAL" clId="{8FFE611B-104F-4455-AD06-5CCD191A15B7}" dt="2026-03-06T09:03:07.616" v="128"/>
          <ac:spMkLst>
            <pc:docMk/>
            <pc:sldMk cId="3224203031" sldId="638"/>
            <ac:spMk id="4" creationId="{7C8B729D-544D-4AA7-BEBB-A7F9E9DC4A6E}"/>
          </ac:spMkLst>
        </pc:spChg>
      </pc:sldChg>
      <pc:sldChg chg="modSp add mod">
        <pc:chgData name="Alvin PS TAN (TP)" userId="ae8eeb15-80f2-46a2-a65c-ef382058ada9" providerId="ADAL" clId="{8FFE611B-104F-4455-AD06-5CCD191A15B7}" dt="2026-03-06T09:04:23.027" v="153" actId="20577"/>
        <pc:sldMkLst>
          <pc:docMk/>
          <pc:sldMk cId="3706881143" sldId="639"/>
        </pc:sldMkLst>
        <pc:spChg chg="mod">
          <ac:chgData name="Alvin PS TAN (TP)" userId="ae8eeb15-80f2-46a2-a65c-ef382058ada9" providerId="ADAL" clId="{8FFE611B-104F-4455-AD06-5CCD191A15B7}" dt="2026-03-06T09:03:07.630" v="129"/>
          <ac:spMkLst>
            <pc:docMk/>
            <pc:sldMk cId="3706881143" sldId="639"/>
            <ac:spMk id="3" creationId="{4E9F32CE-58B0-8555-D24B-C8B2B8169973}"/>
          </ac:spMkLst>
        </pc:spChg>
        <pc:spChg chg="mod">
          <ac:chgData name="Alvin PS TAN (TP)" userId="ae8eeb15-80f2-46a2-a65c-ef382058ada9" providerId="ADAL" clId="{8FFE611B-104F-4455-AD06-5CCD191A15B7}" dt="2026-03-06T09:04:23.027" v="153" actId="20577"/>
          <ac:spMkLst>
            <pc:docMk/>
            <pc:sldMk cId="3706881143" sldId="639"/>
            <ac:spMk id="4" creationId="{C72A2E2F-8602-4EB3-9295-738035A008BE}"/>
          </ac:spMkLst>
        </pc:spChg>
      </pc:sldChg>
      <pc:sldChg chg="modSp add mod">
        <pc:chgData name="Alvin PS TAN (TP)" userId="ae8eeb15-80f2-46a2-a65c-ef382058ada9" providerId="ADAL" clId="{8FFE611B-104F-4455-AD06-5CCD191A15B7}" dt="2026-03-06T09:13:07.436" v="183"/>
        <pc:sldMkLst>
          <pc:docMk/>
          <pc:sldMk cId="3827921453" sldId="641"/>
        </pc:sldMkLst>
        <pc:spChg chg="mod">
          <ac:chgData name="Alvin PS TAN (TP)" userId="ae8eeb15-80f2-46a2-a65c-ef382058ada9" providerId="ADAL" clId="{8FFE611B-104F-4455-AD06-5CCD191A15B7}" dt="2026-03-06T09:13:07.323" v="181"/>
          <ac:spMkLst>
            <pc:docMk/>
            <pc:sldMk cId="3827921453" sldId="641"/>
            <ac:spMk id="3" creationId="{4E9F32CE-58B0-8555-D24B-C8B2B8169973}"/>
          </ac:spMkLst>
        </pc:spChg>
        <pc:spChg chg="mod">
          <ac:chgData name="Alvin PS TAN (TP)" userId="ae8eeb15-80f2-46a2-a65c-ef382058ada9" providerId="ADAL" clId="{8FFE611B-104F-4455-AD06-5CCD191A15B7}" dt="2026-03-06T09:13:07.436" v="183"/>
          <ac:spMkLst>
            <pc:docMk/>
            <pc:sldMk cId="3827921453" sldId="641"/>
            <ac:spMk id="4" creationId="{C36F3001-B339-4391-A026-21073A94092B}"/>
          </ac:spMkLst>
        </pc:spChg>
      </pc:sldChg>
      <pc:sldChg chg="modSp add mod">
        <pc:chgData name="Alvin PS TAN (TP)" userId="ae8eeb15-80f2-46a2-a65c-ef382058ada9" providerId="ADAL" clId="{8FFE611B-104F-4455-AD06-5CCD191A15B7}" dt="2026-03-06T09:30:36.156" v="189"/>
        <pc:sldMkLst>
          <pc:docMk/>
          <pc:sldMk cId="3181532474" sldId="643"/>
        </pc:sldMkLst>
        <pc:spChg chg="mod">
          <ac:chgData name="Alvin PS TAN (TP)" userId="ae8eeb15-80f2-46a2-a65c-ef382058ada9" providerId="ADAL" clId="{8FFE611B-104F-4455-AD06-5CCD191A15B7}" dt="2026-03-06T09:30:36.125" v="188"/>
          <ac:spMkLst>
            <pc:docMk/>
            <pc:sldMk cId="3181532474" sldId="643"/>
            <ac:spMk id="3" creationId="{4E9F32CE-58B0-8555-D24B-C8B2B8169973}"/>
          </ac:spMkLst>
        </pc:spChg>
        <pc:spChg chg="mod">
          <ac:chgData name="Alvin PS TAN (TP)" userId="ae8eeb15-80f2-46a2-a65c-ef382058ada9" providerId="ADAL" clId="{8FFE611B-104F-4455-AD06-5CCD191A15B7}" dt="2026-03-06T09:30:36.156" v="189"/>
          <ac:spMkLst>
            <pc:docMk/>
            <pc:sldMk cId="3181532474" sldId="643"/>
            <ac:spMk id="4" creationId="{C72A2E2F-8602-4EB3-9295-738035A008BE}"/>
          </ac:spMkLst>
        </pc:spChg>
      </pc:sldChg>
      <pc:sldChg chg="add">
        <pc:chgData name="Alvin PS TAN (TP)" userId="ae8eeb15-80f2-46a2-a65c-ef382058ada9" providerId="ADAL" clId="{8FFE611B-104F-4455-AD06-5CCD191A15B7}" dt="2026-03-13T06:33:01.629" v="191"/>
        <pc:sldMkLst>
          <pc:docMk/>
          <pc:sldMk cId="332562606" sldId="644"/>
        </pc:sldMkLst>
      </pc:sldChg>
      <pc:sldChg chg="modSp add del mod ord">
        <pc:chgData name="Alvin PS TAN (TP)" userId="ae8eeb15-80f2-46a2-a65c-ef382058ada9" providerId="ADAL" clId="{8FFE611B-104F-4455-AD06-5CCD191A15B7}" dt="2026-03-13T07:05:13.240" v="238"/>
        <pc:sldMkLst>
          <pc:docMk/>
          <pc:sldMk cId="1331983621" sldId="645"/>
        </pc:sldMkLst>
        <pc:spChg chg="mod">
          <ac:chgData name="Alvin PS TAN (TP)" userId="ae8eeb15-80f2-46a2-a65c-ef382058ada9" providerId="ADAL" clId="{8FFE611B-104F-4455-AD06-5CCD191A15B7}" dt="2026-03-13T07:00:45.910" v="236" actId="20577"/>
          <ac:spMkLst>
            <pc:docMk/>
            <pc:sldMk cId="1331983621" sldId="645"/>
            <ac:spMk id="5" creationId="{76687A2A-D381-7131-9635-3F1E3AA91AD9}"/>
          </ac:spMkLst>
        </pc:spChg>
        <pc:spChg chg="mod">
          <ac:chgData name="Alvin PS TAN (TP)" userId="ae8eeb15-80f2-46a2-a65c-ef382058ada9" providerId="ADAL" clId="{8FFE611B-104F-4455-AD06-5CCD191A15B7}" dt="2026-03-13T07:00:32.625" v="197" actId="1076"/>
          <ac:spMkLst>
            <pc:docMk/>
            <pc:sldMk cId="1331983621" sldId="645"/>
            <ac:spMk id="6" creationId="{E2B4A07E-EC9E-772A-F18C-5C1FBB61B22B}"/>
          </ac:spMkLst>
        </pc:spChg>
      </pc:sldChg>
      <pc:sldChg chg="add del">
        <pc:chgData name="Alvin PS TAN (TP)" userId="ae8eeb15-80f2-46a2-a65c-ef382058ada9" providerId="ADAL" clId="{8FFE611B-104F-4455-AD06-5CCD191A15B7}" dt="2026-03-13T07:05:15.522" v="240"/>
        <pc:sldMkLst>
          <pc:docMk/>
          <pc:sldMk cId="3254572450" sldId="646"/>
        </pc:sldMkLst>
      </pc:sldChg>
      <pc:sldChg chg="add del">
        <pc:chgData name="Alvin PS TAN (TP)" userId="ae8eeb15-80f2-46a2-a65c-ef382058ada9" providerId="ADAL" clId="{8FFE611B-104F-4455-AD06-5CCD191A15B7}" dt="2026-03-13T07:27:50.590" v="319"/>
        <pc:sldMkLst>
          <pc:docMk/>
          <pc:sldMk cId="239931908" sldId="647"/>
        </pc:sldMkLst>
      </pc:sldChg>
      <pc:sldChg chg="delSp modSp new del mod ord">
        <pc:chgData name="Alvin PS TAN (TP)" userId="ae8eeb15-80f2-46a2-a65c-ef382058ada9" providerId="ADAL" clId="{8FFE611B-104F-4455-AD06-5CCD191A15B7}" dt="2026-03-13T07:11:09.074" v="247"/>
        <pc:sldMkLst>
          <pc:docMk/>
          <pc:sldMk cId="933711407" sldId="648"/>
        </pc:sldMkLst>
        <pc:spChg chg="del">
          <ac:chgData name="Alvin PS TAN (TP)" userId="ae8eeb15-80f2-46a2-a65c-ef382058ada9" providerId="ADAL" clId="{8FFE611B-104F-4455-AD06-5CCD191A15B7}" dt="2026-03-13T07:10:18.457" v="244"/>
          <ac:spMkLst>
            <pc:docMk/>
            <pc:sldMk cId="933711407" sldId="648"/>
            <ac:spMk id="2" creationId="{E084B9A1-5E0E-4E23-348F-831ADAE67645}"/>
          </ac:spMkLst>
        </pc:spChg>
        <pc:spChg chg="mod">
          <ac:chgData name="Alvin PS TAN (TP)" userId="ae8eeb15-80f2-46a2-a65c-ef382058ada9" providerId="ADAL" clId="{8FFE611B-104F-4455-AD06-5CCD191A15B7}" dt="2026-03-13T07:10:18.453" v="243"/>
          <ac:spMkLst>
            <pc:docMk/>
            <pc:sldMk cId="933711407" sldId="648"/>
            <ac:spMk id="3" creationId="{39E47009-B482-3B36-9D88-5C3C81761F30}"/>
          </ac:spMkLst>
        </pc:spChg>
        <pc:spChg chg="del">
          <ac:chgData name="Alvin PS TAN (TP)" userId="ae8eeb15-80f2-46a2-a65c-ef382058ada9" providerId="ADAL" clId="{8FFE611B-104F-4455-AD06-5CCD191A15B7}" dt="2026-03-13T07:10:18.458" v="245"/>
          <ac:spMkLst>
            <pc:docMk/>
            <pc:sldMk cId="933711407" sldId="648"/>
            <ac:spMk id="4" creationId="{97515F1D-2349-0082-0793-B69F813F091C}"/>
          </ac:spMkLst>
        </pc:spChg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310396014" sldId="649"/>
        </pc:sldMkLst>
      </pc:sldChg>
      <pc:sldChg chg="delSp modSp new add del mod ord">
        <pc:chgData name="Alvin PS TAN (TP)" userId="ae8eeb15-80f2-46a2-a65c-ef382058ada9" providerId="ADAL" clId="{8FFE611B-104F-4455-AD06-5CCD191A15B7}" dt="2026-03-13T07:59:37.643" v="428"/>
        <pc:sldMkLst>
          <pc:docMk/>
          <pc:sldMk cId="2481040103" sldId="650"/>
        </pc:sldMkLst>
        <pc:spChg chg="del">
          <ac:chgData name="Alvin PS TAN (TP)" userId="ae8eeb15-80f2-46a2-a65c-ef382058ada9" providerId="ADAL" clId="{8FFE611B-104F-4455-AD06-5CCD191A15B7}" dt="2026-03-13T07:11:21.679" v="251"/>
          <ac:spMkLst>
            <pc:docMk/>
            <pc:sldMk cId="2481040103" sldId="650"/>
            <ac:spMk id="2" creationId="{B7FEDF7A-E247-3C16-B1E7-F2D6D9572E02}"/>
          </ac:spMkLst>
        </pc:spChg>
        <pc:spChg chg="mod">
          <ac:chgData name="Alvin PS TAN (TP)" userId="ae8eeb15-80f2-46a2-a65c-ef382058ada9" providerId="ADAL" clId="{8FFE611B-104F-4455-AD06-5CCD191A15B7}" dt="2026-03-13T07:11:21.677" v="250"/>
          <ac:spMkLst>
            <pc:docMk/>
            <pc:sldMk cId="2481040103" sldId="650"/>
            <ac:spMk id="3" creationId="{6507CB9F-8D7F-FE13-D990-8B028995D3EB}"/>
          </ac:spMkLst>
        </pc:spChg>
      </pc:sldChg>
      <pc:sldChg chg="delSp modSp new del mod ord">
        <pc:chgData name="Alvin PS TAN (TP)" userId="ae8eeb15-80f2-46a2-a65c-ef382058ada9" providerId="ADAL" clId="{8FFE611B-104F-4455-AD06-5CCD191A15B7}" dt="2026-03-13T07:12:09.729" v="258"/>
        <pc:sldMkLst>
          <pc:docMk/>
          <pc:sldMk cId="3796395704" sldId="651"/>
        </pc:sldMkLst>
        <pc:spChg chg="del">
          <ac:chgData name="Alvin PS TAN (TP)" userId="ae8eeb15-80f2-46a2-a65c-ef382058ada9" providerId="ADAL" clId="{8FFE611B-104F-4455-AD06-5CCD191A15B7}" dt="2026-03-13T07:11:28.406" v="255"/>
          <ac:spMkLst>
            <pc:docMk/>
            <pc:sldMk cId="3796395704" sldId="651"/>
            <ac:spMk id="2" creationId="{1640D4C0-0C31-6720-750B-D0E081B9FE03}"/>
          </ac:spMkLst>
        </pc:spChg>
        <pc:spChg chg="mod">
          <ac:chgData name="Alvin PS TAN (TP)" userId="ae8eeb15-80f2-46a2-a65c-ef382058ada9" providerId="ADAL" clId="{8FFE611B-104F-4455-AD06-5CCD191A15B7}" dt="2026-03-13T07:11:28.404" v="254"/>
          <ac:spMkLst>
            <pc:docMk/>
            <pc:sldMk cId="3796395704" sldId="651"/>
            <ac:spMk id="3" creationId="{5C6C642B-FE13-2226-05B9-016A3824C10C}"/>
          </ac:spMkLst>
        </pc:spChg>
        <pc:spChg chg="del">
          <ac:chgData name="Alvin PS TAN (TP)" userId="ae8eeb15-80f2-46a2-a65c-ef382058ada9" providerId="ADAL" clId="{8FFE611B-104F-4455-AD06-5CCD191A15B7}" dt="2026-03-13T07:11:28.407" v="256"/>
          <ac:spMkLst>
            <pc:docMk/>
            <pc:sldMk cId="3796395704" sldId="651"/>
            <ac:spMk id="4" creationId="{93C2CC90-A1BC-E416-AD7C-8D1917166B27}"/>
          </ac:spMkLst>
        </pc:spChg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4207883372" sldId="652"/>
        </pc:sldMkLst>
      </pc:sldChg>
      <pc:sldChg chg="delSp modSp new add del mod ord">
        <pc:chgData name="Alvin PS TAN (TP)" userId="ae8eeb15-80f2-46a2-a65c-ef382058ada9" providerId="ADAL" clId="{8FFE611B-104F-4455-AD06-5CCD191A15B7}" dt="2026-03-13T07:59:54.766" v="429" actId="47"/>
        <pc:sldMkLst>
          <pc:docMk/>
          <pc:sldMk cId="3980832267" sldId="653"/>
        </pc:sldMkLst>
        <pc:spChg chg="del">
          <ac:chgData name="Alvin PS TAN (TP)" userId="ae8eeb15-80f2-46a2-a65c-ef382058ada9" providerId="ADAL" clId="{8FFE611B-104F-4455-AD06-5CCD191A15B7}" dt="2026-03-13T07:13:09.353" v="262"/>
          <ac:spMkLst>
            <pc:docMk/>
            <pc:sldMk cId="3980832267" sldId="653"/>
            <ac:spMk id="2" creationId="{CF13C150-2682-A1BC-9572-4EABF40EEFD2}"/>
          </ac:spMkLst>
        </pc:spChg>
        <pc:spChg chg="mod">
          <ac:chgData name="Alvin PS TAN (TP)" userId="ae8eeb15-80f2-46a2-a65c-ef382058ada9" providerId="ADAL" clId="{8FFE611B-104F-4455-AD06-5CCD191A15B7}" dt="2026-03-13T07:13:09.351" v="261"/>
          <ac:spMkLst>
            <pc:docMk/>
            <pc:sldMk cId="3980832267" sldId="653"/>
            <ac:spMk id="3" creationId="{B8301A64-22AB-7351-D2D9-92EC797F34EE}"/>
          </ac:spMkLst>
        </pc:spChg>
        <pc:spChg chg="del">
          <ac:chgData name="Alvin PS TAN (TP)" userId="ae8eeb15-80f2-46a2-a65c-ef382058ada9" providerId="ADAL" clId="{8FFE611B-104F-4455-AD06-5CCD191A15B7}" dt="2026-03-13T07:13:09.354" v="263"/>
          <ac:spMkLst>
            <pc:docMk/>
            <pc:sldMk cId="3980832267" sldId="653"/>
            <ac:spMk id="4" creationId="{BF770083-0A34-4116-BB5E-73217127B69D}"/>
          </ac:spMkLst>
        </pc:spChg>
      </pc:sldChg>
      <pc:sldChg chg="delSp modSp new add del mod ord">
        <pc:chgData name="Alvin PS TAN (TP)" userId="ae8eeb15-80f2-46a2-a65c-ef382058ada9" providerId="ADAL" clId="{8FFE611B-104F-4455-AD06-5CCD191A15B7}" dt="2026-03-13T07:59:54.766" v="429" actId="47"/>
        <pc:sldMkLst>
          <pc:docMk/>
          <pc:sldMk cId="643768657" sldId="654"/>
        </pc:sldMkLst>
        <pc:spChg chg="del">
          <ac:chgData name="Alvin PS TAN (TP)" userId="ae8eeb15-80f2-46a2-a65c-ef382058ada9" providerId="ADAL" clId="{8FFE611B-104F-4455-AD06-5CCD191A15B7}" dt="2026-03-13T07:13:09.439" v="267"/>
          <ac:spMkLst>
            <pc:docMk/>
            <pc:sldMk cId="643768657" sldId="654"/>
            <ac:spMk id="2" creationId="{F88DC3D2-6CFA-E5A7-91F3-87248E8B8BBD}"/>
          </ac:spMkLst>
        </pc:spChg>
        <pc:spChg chg="mod">
          <ac:chgData name="Alvin PS TAN (TP)" userId="ae8eeb15-80f2-46a2-a65c-ef382058ada9" providerId="ADAL" clId="{8FFE611B-104F-4455-AD06-5CCD191A15B7}" dt="2026-03-13T07:13:09.437" v="266"/>
          <ac:spMkLst>
            <pc:docMk/>
            <pc:sldMk cId="643768657" sldId="654"/>
            <ac:spMk id="3" creationId="{E21E5E9B-545E-895E-4CB2-14A8B037561A}"/>
          </ac:spMkLst>
        </pc:spChg>
        <pc:spChg chg="del">
          <ac:chgData name="Alvin PS TAN (TP)" userId="ae8eeb15-80f2-46a2-a65c-ef382058ada9" providerId="ADAL" clId="{8FFE611B-104F-4455-AD06-5CCD191A15B7}" dt="2026-03-13T07:13:09.440" v="268"/>
          <ac:spMkLst>
            <pc:docMk/>
            <pc:sldMk cId="643768657" sldId="654"/>
            <ac:spMk id="4" creationId="{DCAC5F07-AE31-83F6-2CAB-4B9FA3AC171E}"/>
          </ac:spMkLst>
        </pc:spChg>
      </pc:sldChg>
      <pc:sldChg chg="delSp modSp new add del mod ord">
        <pc:chgData name="Alvin PS TAN (TP)" userId="ae8eeb15-80f2-46a2-a65c-ef382058ada9" providerId="ADAL" clId="{8FFE611B-104F-4455-AD06-5CCD191A15B7}" dt="2026-03-13T07:59:54.766" v="429" actId="47"/>
        <pc:sldMkLst>
          <pc:docMk/>
          <pc:sldMk cId="3392646346" sldId="655"/>
        </pc:sldMkLst>
        <pc:spChg chg="del">
          <ac:chgData name="Alvin PS TAN (TP)" userId="ae8eeb15-80f2-46a2-a65c-ef382058ada9" providerId="ADAL" clId="{8FFE611B-104F-4455-AD06-5CCD191A15B7}" dt="2026-03-13T07:13:09.522" v="272"/>
          <ac:spMkLst>
            <pc:docMk/>
            <pc:sldMk cId="3392646346" sldId="655"/>
            <ac:spMk id="2" creationId="{311F6B39-DCD4-B88F-F9DA-EE70290C1213}"/>
          </ac:spMkLst>
        </pc:spChg>
        <pc:spChg chg="mod">
          <ac:chgData name="Alvin PS TAN (TP)" userId="ae8eeb15-80f2-46a2-a65c-ef382058ada9" providerId="ADAL" clId="{8FFE611B-104F-4455-AD06-5CCD191A15B7}" dt="2026-03-13T07:13:09.520" v="271"/>
          <ac:spMkLst>
            <pc:docMk/>
            <pc:sldMk cId="3392646346" sldId="655"/>
            <ac:spMk id="3" creationId="{A4722BEF-316A-48A4-37E0-7475A99B518D}"/>
          </ac:spMkLst>
        </pc:spChg>
        <pc:spChg chg="del">
          <ac:chgData name="Alvin PS TAN (TP)" userId="ae8eeb15-80f2-46a2-a65c-ef382058ada9" providerId="ADAL" clId="{8FFE611B-104F-4455-AD06-5CCD191A15B7}" dt="2026-03-13T07:13:09.524" v="273"/>
          <ac:spMkLst>
            <pc:docMk/>
            <pc:sldMk cId="3392646346" sldId="655"/>
            <ac:spMk id="4" creationId="{99A1D00D-C345-FF3B-9E58-A9AE0FF3E17F}"/>
          </ac:spMkLst>
        </pc:spChg>
      </pc:sldChg>
      <pc:sldChg chg="delSp modSp new add del mod ord">
        <pc:chgData name="Alvin PS TAN (TP)" userId="ae8eeb15-80f2-46a2-a65c-ef382058ada9" providerId="ADAL" clId="{8FFE611B-104F-4455-AD06-5CCD191A15B7}" dt="2026-03-13T07:59:54.766" v="429" actId="47"/>
        <pc:sldMkLst>
          <pc:docMk/>
          <pc:sldMk cId="250238964" sldId="656"/>
        </pc:sldMkLst>
        <pc:spChg chg="del">
          <ac:chgData name="Alvin PS TAN (TP)" userId="ae8eeb15-80f2-46a2-a65c-ef382058ada9" providerId="ADAL" clId="{8FFE611B-104F-4455-AD06-5CCD191A15B7}" dt="2026-03-13T07:13:09.670" v="277"/>
          <ac:spMkLst>
            <pc:docMk/>
            <pc:sldMk cId="250238964" sldId="656"/>
            <ac:spMk id="2" creationId="{94CB99D9-A985-D5E9-61F0-0C9295ABBAFB}"/>
          </ac:spMkLst>
        </pc:spChg>
        <pc:spChg chg="mod">
          <ac:chgData name="Alvin PS TAN (TP)" userId="ae8eeb15-80f2-46a2-a65c-ef382058ada9" providerId="ADAL" clId="{8FFE611B-104F-4455-AD06-5CCD191A15B7}" dt="2026-03-13T07:13:09.668" v="276"/>
          <ac:spMkLst>
            <pc:docMk/>
            <pc:sldMk cId="250238964" sldId="656"/>
            <ac:spMk id="3" creationId="{D9331B3F-E90F-11CA-AB15-58BF5988545B}"/>
          </ac:spMkLst>
        </pc:spChg>
        <pc:spChg chg="del">
          <ac:chgData name="Alvin PS TAN (TP)" userId="ae8eeb15-80f2-46a2-a65c-ef382058ada9" providerId="ADAL" clId="{8FFE611B-104F-4455-AD06-5CCD191A15B7}" dt="2026-03-13T07:13:09.671" v="278"/>
          <ac:spMkLst>
            <pc:docMk/>
            <pc:sldMk cId="250238964" sldId="656"/>
            <ac:spMk id="4" creationId="{3EBF9054-BBFB-6552-76A7-4B00ED92579C}"/>
          </ac:spMkLst>
        </pc:spChg>
      </pc:sldChg>
      <pc:sldChg chg="delSp modSp new add del mod ord">
        <pc:chgData name="Alvin PS TAN (TP)" userId="ae8eeb15-80f2-46a2-a65c-ef382058ada9" providerId="ADAL" clId="{8FFE611B-104F-4455-AD06-5CCD191A15B7}" dt="2026-03-13T07:59:54.766" v="429" actId="47"/>
        <pc:sldMkLst>
          <pc:docMk/>
          <pc:sldMk cId="608778255" sldId="657"/>
        </pc:sldMkLst>
        <pc:spChg chg="del">
          <ac:chgData name="Alvin PS TAN (TP)" userId="ae8eeb15-80f2-46a2-a65c-ef382058ada9" providerId="ADAL" clId="{8FFE611B-104F-4455-AD06-5CCD191A15B7}" dt="2026-03-13T07:13:09.749" v="282"/>
          <ac:spMkLst>
            <pc:docMk/>
            <pc:sldMk cId="608778255" sldId="657"/>
            <ac:spMk id="2" creationId="{E673E68C-F5C1-629A-AF41-5E9A6C9F8C95}"/>
          </ac:spMkLst>
        </pc:spChg>
        <pc:spChg chg="mod">
          <ac:chgData name="Alvin PS TAN (TP)" userId="ae8eeb15-80f2-46a2-a65c-ef382058ada9" providerId="ADAL" clId="{8FFE611B-104F-4455-AD06-5CCD191A15B7}" dt="2026-03-13T07:13:09.748" v="281"/>
          <ac:spMkLst>
            <pc:docMk/>
            <pc:sldMk cId="608778255" sldId="657"/>
            <ac:spMk id="3" creationId="{A8C6C081-E5FA-7D9D-2DAE-FAA45FD0E2E6}"/>
          </ac:spMkLst>
        </pc:spChg>
        <pc:spChg chg="del">
          <ac:chgData name="Alvin PS TAN (TP)" userId="ae8eeb15-80f2-46a2-a65c-ef382058ada9" providerId="ADAL" clId="{8FFE611B-104F-4455-AD06-5CCD191A15B7}" dt="2026-03-13T07:13:09.750" v="283"/>
          <ac:spMkLst>
            <pc:docMk/>
            <pc:sldMk cId="608778255" sldId="657"/>
            <ac:spMk id="4" creationId="{7DC0801D-B879-6D30-EAF6-3BB4A642EF1B}"/>
          </ac:spMkLst>
        </pc:spChg>
      </pc:sldChg>
      <pc:sldChg chg="delSp modSp new add del mod ord">
        <pc:chgData name="Alvin PS TAN (TP)" userId="ae8eeb15-80f2-46a2-a65c-ef382058ada9" providerId="ADAL" clId="{8FFE611B-104F-4455-AD06-5CCD191A15B7}" dt="2026-03-13T07:59:54.766" v="429" actId="47"/>
        <pc:sldMkLst>
          <pc:docMk/>
          <pc:sldMk cId="4149289789" sldId="658"/>
        </pc:sldMkLst>
        <pc:spChg chg="del">
          <ac:chgData name="Alvin PS TAN (TP)" userId="ae8eeb15-80f2-46a2-a65c-ef382058ada9" providerId="ADAL" clId="{8FFE611B-104F-4455-AD06-5CCD191A15B7}" dt="2026-03-13T07:13:09.830" v="287"/>
          <ac:spMkLst>
            <pc:docMk/>
            <pc:sldMk cId="4149289789" sldId="658"/>
            <ac:spMk id="2" creationId="{A99A0AD5-BF06-E2FF-6A4A-EF2106B7D47B}"/>
          </ac:spMkLst>
        </pc:spChg>
        <pc:spChg chg="mod">
          <ac:chgData name="Alvin PS TAN (TP)" userId="ae8eeb15-80f2-46a2-a65c-ef382058ada9" providerId="ADAL" clId="{8FFE611B-104F-4455-AD06-5CCD191A15B7}" dt="2026-03-13T07:13:09.829" v="286"/>
          <ac:spMkLst>
            <pc:docMk/>
            <pc:sldMk cId="4149289789" sldId="658"/>
            <ac:spMk id="3" creationId="{9364621A-638E-502C-54AD-50C73F22C36E}"/>
          </ac:spMkLst>
        </pc:spChg>
        <pc:spChg chg="del">
          <ac:chgData name="Alvin PS TAN (TP)" userId="ae8eeb15-80f2-46a2-a65c-ef382058ada9" providerId="ADAL" clId="{8FFE611B-104F-4455-AD06-5CCD191A15B7}" dt="2026-03-13T07:13:09.832" v="288"/>
          <ac:spMkLst>
            <pc:docMk/>
            <pc:sldMk cId="4149289789" sldId="658"/>
            <ac:spMk id="4" creationId="{E05819B8-0974-4799-E150-D26BEE2DA8C1}"/>
          </ac:spMkLst>
        </pc:spChg>
      </pc:sldChg>
      <pc:sldChg chg="delSp modSp new add del mod ord">
        <pc:chgData name="Alvin PS TAN (TP)" userId="ae8eeb15-80f2-46a2-a65c-ef382058ada9" providerId="ADAL" clId="{8FFE611B-104F-4455-AD06-5CCD191A15B7}" dt="2026-03-13T07:59:54.766" v="429" actId="47"/>
        <pc:sldMkLst>
          <pc:docMk/>
          <pc:sldMk cId="3329645457" sldId="659"/>
        </pc:sldMkLst>
        <pc:spChg chg="del">
          <ac:chgData name="Alvin PS TAN (TP)" userId="ae8eeb15-80f2-46a2-a65c-ef382058ada9" providerId="ADAL" clId="{8FFE611B-104F-4455-AD06-5CCD191A15B7}" dt="2026-03-13T07:13:09.970" v="292"/>
          <ac:spMkLst>
            <pc:docMk/>
            <pc:sldMk cId="3329645457" sldId="659"/>
            <ac:spMk id="2" creationId="{FED29D6E-212A-E9B3-F762-5308D6D40381}"/>
          </ac:spMkLst>
        </pc:spChg>
        <pc:spChg chg="mod">
          <ac:chgData name="Alvin PS TAN (TP)" userId="ae8eeb15-80f2-46a2-a65c-ef382058ada9" providerId="ADAL" clId="{8FFE611B-104F-4455-AD06-5CCD191A15B7}" dt="2026-03-13T07:13:09.968" v="291"/>
          <ac:spMkLst>
            <pc:docMk/>
            <pc:sldMk cId="3329645457" sldId="659"/>
            <ac:spMk id="3" creationId="{035430FE-1AC0-1DE8-7190-2703D6849654}"/>
          </ac:spMkLst>
        </pc:spChg>
        <pc:spChg chg="del">
          <ac:chgData name="Alvin PS TAN (TP)" userId="ae8eeb15-80f2-46a2-a65c-ef382058ada9" providerId="ADAL" clId="{8FFE611B-104F-4455-AD06-5CCD191A15B7}" dt="2026-03-13T07:13:09.970" v="293"/>
          <ac:spMkLst>
            <pc:docMk/>
            <pc:sldMk cId="3329645457" sldId="659"/>
            <ac:spMk id="4" creationId="{B05E4BB5-6C0E-C30B-03C3-0A00951060B6}"/>
          </ac:spMkLst>
        </pc:spChg>
      </pc:sldChg>
      <pc:sldChg chg="delSp modSp new add del mod ord">
        <pc:chgData name="Alvin PS TAN (TP)" userId="ae8eeb15-80f2-46a2-a65c-ef382058ada9" providerId="ADAL" clId="{8FFE611B-104F-4455-AD06-5CCD191A15B7}" dt="2026-03-13T07:59:54.766" v="429" actId="47"/>
        <pc:sldMkLst>
          <pc:docMk/>
          <pc:sldMk cId="1606944146" sldId="660"/>
        </pc:sldMkLst>
        <pc:spChg chg="del">
          <ac:chgData name="Alvin PS TAN (TP)" userId="ae8eeb15-80f2-46a2-a65c-ef382058ada9" providerId="ADAL" clId="{8FFE611B-104F-4455-AD06-5CCD191A15B7}" dt="2026-03-13T07:13:10.050" v="297"/>
          <ac:spMkLst>
            <pc:docMk/>
            <pc:sldMk cId="1606944146" sldId="660"/>
            <ac:spMk id="2" creationId="{9A763385-EE01-EFAB-E032-729EA9285325}"/>
          </ac:spMkLst>
        </pc:spChg>
        <pc:spChg chg="mod">
          <ac:chgData name="Alvin PS TAN (TP)" userId="ae8eeb15-80f2-46a2-a65c-ef382058ada9" providerId="ADAL" clId="{8FFE611B-104F-4455-AD06-5CCD191A15B7}" dt="2026-03-13T07:13:10.048" v="296"/>
          <ac:spMkLst>
            <pc:docMk/>
            <pc:sldMk cId="1606944146" sldId="660"/>
            <ac:spMk id="3" creationId="{B4C0A738-F09D-A55B-55BD-507BCFA2B567}"/>
          </ac:spMkLst>
        </pc:spChg>
        <pc:spChg chg="del">
          <ac:chgData name="Alvin PS TAN (TP)" userId="ae8eeb15-80f2-46a2-a65c-ef382058ada9" providerId="ADAL" clId="{8FFE611B-104F-4455-AD06-5CCD191A15B7}" dt="2026-03-13T07:13:10.051" v="298"/>
          <ac:spMkLst>
            <pc:docMk/>
            <pc:sldMk cId="1606944146" sldId="660"/>
            <ac:spMk id="4" creationId="{4146B1CE-F138-5D83-CC19-156DD07D930C}"/>
          </ac:spMkLst>
        </pc:spChg>
      </pc:sldChg>
      <pc:sldChg chg="delSp modSp new add del mod ord">
        <pc:chgData name="Alvin PS TAN (TP)" userId="ae8eeb15-80f2-46a2-a65c-ef382058ada9" providerId="ADAL" clId="{8FFE611B-104F-4455-AD06-5CCD191A15B7}" dt="2026-03-13T07:59:54.766" v="429" actId="47"/>
        <pc:sldMkLst>
          <pc:docMk/>
          <pc:sldMk cId="2382516491" sldId="661"/>
        </pc:sldMkLst>
        <pc:spChg chg="del">
          <ac:chgData name="Alvin PS TAN (TP)" userId="ae8eeb15-80f2-46a2-a65c-ef382058ada9" providerId="ADAL" clId="{8FFE611B-104F-4455-AD06-5CCD191A15B7}" dt="2026-03-13T07:13:10.134" v="302"/>
          <ac:spMkLst>
            <pc:docMk/>
            <pc:sldMk cId="2382516491" sldId="661"/>
            <ac:spMk id="2" creationId="{1513C0FE-59F0-D384-3463-B0364E1DBFE7}"/>
          </ac:spMkLst>
        </pc:spChg>
        <pc:spChg chg="mod">
          <ac:chgData name="Alvin PS TAN (TP)" userId="ae8eeb15-80f2-46a2-a65c-ef382058ada9" providerId="ADAL" clId="{8FFE611B-104F-4455-AD06-5CCD191A15B7}" dt="2026-03-13T07:13:10.132" v="301"/>
          <ac:spMkLst>
            <pc:docMk/>
            <pc:sldMk cId="2382516491" sldId="661"/>
            <ac:spMk id="3" creationId="{420759BB-DD68-58C4-63C6-99389A2D3486}"/>
          </ac:spMkLst>
        </pc:spChg>
        <pc:spChg chg="del">
          <ac:chgData name="Alvin PS TAN (TP)" userId="ae8eeb15-80f2-46a2-a65c-ef382058ada9" providerId="ADAL" clId="{8FFE611B-104F-4455-AD06-5CCD191A15B7}" dt="2026-03-13T07:13:10.135" v="303"/>
          <ac:spMkLst>
            <pc:docMk/>
            <pc:sldMk cId="2382516491" sldId="661"/>
            <ac:spMk id="4" creationId="{C7618A12-C58B-56BD-453A-D84838A234B8}"/>
          </ac:spMkLst>
        </pc:spChg>
      </pc:sldChg>
      <pc:sldChg chg="delSp modSp new add del mod ord">
        <pc:chgData name="Alvin PS TAN (TP)" userId="ae8eeb15-80f2-46a2-a65c-ef382058ada9" providerId="ADAL" clId="{8FFE611B-104F-4455-AD06-5CCD191A15B7}" dt="2026-03-13T07:59:54.766" v="429" actId="47"/>
        <pc:sldMkLst>
          <pc:docMk/>
          <pc:sldMk cId="2974986685" sldId="662"/>
        </pc:sldMkLst>
        <pc:spChg chg="del">
          <ac:chgData name="Alvin PS TAN (TP)" userId="ae8eeb15-80f2-46a2-a65c-ef382058ada9" providerId="ADAL" clId="{8FFE611B-104F-4455-AD06-5CCD191A15B7}" dt="2026-03-13T07:13:10.267" v="307"/>
          <ac:spMkLst>
            <pc:docMk/>
            <pc:sldMk cId="2974986685" sldId="662"/>
            <ac:spMk id="2" creationId="{4E4C6767-DD5A-752A-B62B-4C75A7E95E77}"/>
          </ac:spMkLst>
        </pc:spChg>
        <pc:spChg chg="mod">
          <ac:chgData name="Alvin PS TAN (TP)" userId="ae8eeb15-80f2-46a2-a65c-ef382058ada9" providerId="ADAL" clId="{8FFE611B-104F-4455-AD06-5CCD191A15B7}" dt="2026-03-13T07:13:10.265" v="306"/>
          <ac:spMkLst>
            <pc:docMk/>
            <pc:sldMk cId="2974986685" sldId="662"/>
            <ac:spMk id="3" creationId="{5C9441B0-B30E-764D-F1BA-EC3E64487447}"/>
          </ac:spMkLst>
        </pc:spChg>
        <pc:spChg chg="del">
          <ac:chgData name="Alvin PS TAN (TP)" userId="ae8eeb15-80f2-46a2-a65c-ef382058ada9" providerId="ADAL" clId="{8FFE611B-104F-4455-AD06-5CCD191A15B7}" dt="2026-03-13T07:13:10.268" v="308"/>
          <ac:spMkLst>
            <pc:docMk/>
            <pc:sldMk cId="2974986685" sldId="662"/>
            <ac:spMk id="4" creationId="{18246B85-AFB0-3922-C344-9A88C4DD9BDD}"/>
          </ac:spMkLst>
        </pc:spChg>
      </pc:sldChg>
      <pc:sldChg chg="delSp modSp new add del mod ord">
        <pc:chgData name="Alvin PS TAN (TP)" userId="ae8eeb15-80f2-46a2-a65c-ef382058ada9" providerId="ADAL" clId="{8FFE611B-104F-4455-AD06-5CCD191A15B7}" dt="2026-03-13T07:59:54.766" v="429" actId="47"/>
        <pc:sldMkLst>
          <pc:docMk/>
          <pc:sldMk cId="3153776663" sldId="663"/>
        </pc:sldMkLst>
        <pc:spChg chg="del">
          <ac:chgData name="Alvin PS TAN (TP)" userId="ae8eeb15-80f2-46a2-a65c-ef382058ada9" providerId="ADAL" clId="{8FFE611B-104F-4455-AD06-5CCD191A15B7}" dt="2026-03-13T07:13:10.345" v="312"/>
          <ac:spMkLst>
            <pc:docMk/>
            <pc:sldMk cId="3153776663" sldId="663"/>
            <ac:spMk id="2" creationId="{46493B3D-2A64-F543-CF92-DCCD62B87129}"/>
          </ac:spMkLst>
        </pc:spChg>
        <pc:spChg chg="mod">
          <ac:chgData name="Alvin PS TAN (TP)" userId="ae8eeb15-80f2-46a2-a65c-ef382058ada9" providerId="ADAL" clId="{8FFE611B-104F-4455-AD06-5CCD191A15B7}" dt="2026-03-13T07:13:10.344" v="311"/>
          <ac:spMkLst>
            <pc:docMk/>
            <pc:sldMk cId="3153776663" sldId="663"/>
            <ac:spMk id="3" creationId="{50FA520E-A307-3CD1-993B-B8317781080C}"/>
          </ac:spMkLst>
        </pc:spChg>
        <pc:spChg chg="del">
          <ac:chgData name="Alvin PS TAN (TP)" userId="ae8eeb15-80f2-46a2-a65c-ef382058ada9" providerId="ADAL" clId="{8FFE611B-104F-4455-AD06-5CCD191A15B7}" dt="2026-03-13T07:13:10.347" v="313"/>
          <ac:spMkLst>
            <pc:docMk/>
            <pc:sldMk cId="3153776663" sldId="663"/>
            <ac:spMk id="4" creationId="{0FEC4191-00EC-3BE4-9515-E9784BA4ED83}"/>
          </ac:spMkLst>
        </pc:spChg>
      </pc:sldChg>
      <pc:sldChg chg="delSp modSp new add del mod ord">
        <pc:chgData name="Alvin PS TAN (TP)" userId="ae8eeb15-80f2-46a2-a65c-ef382058ada9" providerId="ADAL" clId="{8FFE611B-104F-4455-AD06-5CCD191A15B7}" dt="2026-03-13T07:59:37.643" v="428"/>
        <pc:sldMkLst>
          <pc:docMk/>
          <pc:sldMk cId="2654408220" sldId="664"/>
        </pc:sldMkLst>
        <pc:spChg chg="mod">
          <ac:chgData name="Alvin PS TAN (TP)" userId="ae8eeb15-80f2-46a2-a65c-ef382058ada9" providerId="ADAL" clId="{8FFE611B-104F-4455-AD06-5CCD191A15B7}" dt="2026-03-13T07:13:10.430" v="316"/>
          <ac:spMkLst>
            <pc:docMk/>
            <pc:sldMk cId="2654408220" sldId="664"/>
            <ac:spMk id="2" creationId="{BEA44136-CC3F-38A6-B86E-7143FF09C30A}"/>
          </ac:spMkLst>
        </pc:spChg>
        <pc:spChg chg="del">
          <ac:chgData name="Alvin PS TAN (TP)" userId="ae8eeb15-80f2-46a2-a65c-ef382058ada9" providerId="ADAL" clId="{8FFE611B-104F-4455-AD06-5CCD191A15B7}" dt="2026-03-13T07:13:10.432" v="317"/>
          <ac:spMkLst>
            <pc:docMk/>
            <pc:sldMk cId="2654408220" sldId="664"/>
            <ac:spMk id="3" creationId="{A43E7824-F0FE-5F2B-20EE-C3B827DA8511}"/>
          </ac:spMkLst>
        </pc:spChg>
      </pc:sldChg>
      <pc:sldChg chg="add del">
        <pc:chgData name="Alvin PS TAN (TP)" userId="ae8eeb15-80f2-46a2-a65c-ef382058ada9" providerId="ADAL" clId="{8FFE611B-104F-4455-AD06-5CCD191A15B7}" dt="2026-03-13T07:27:52.907" v="321"/>
        <pc:sldMkLst>
          <pc:docMk/>
          <pc:sldMk cId="2220982864" sldId="665"/>
        </pc:sldMkLst>
      </pc:sldChg>
      <pc:sldChg chg="modSp add del mod">
        <pc:chgData name="Alvin PS TAN (TP)" userId="ae8eeb15-80f2-46a2-a65c-ef382058ada9" providerId="ADAL" clId="{8FFE611B-104F-4455-AD06-5CCD191A15B7}" dt="2026-03-13T07:59:37.643" v="428"/>
        <pc:sldMkLst>
          <pc:docMk/>
          <pc:sldMk cId="1299181604" sldId="666"/>
        </pc:sldMkLst>
        <pc:spChg chg="mod">
          <ac:chgData name="Alvin PS TAN (TP)" userId="ae8eeb15-80f2-46a2-a65c-ef382058ada9" providerId="ADAL" clId="{8FFE611B-104F-4455-AD06-5CCD191A15B7}" dt="2026-03-13T07:50:18.706" v="397" actId="20577"/>
          <ac:spMkLst>
            <pc:docMk/>
            <pc:sldMk cId="1299181604" sldId="666"/>
            <ac:spMk id="5" creationId="{76687A2A-D381-7131-9635-3F1E3AA91AD9}"/>
          </ac:spMkLst>
        </pc:spChg>
      </pc:sldChg>
      <pc:sldChg chg="modSp new del mod ord">
        <pc:chgData name="Alvin PS TAN (TP)" userId="ae8eeb15-80f2-46a2-a65c-ef382058ada9" providerId="ADAL" clId="{8FFE611B-104F-4455-AD06-5CCD191A15B7}" dt="2026-03-13T07:28:57.912" v="362"/>
        <pc:sldMkLst>
          <pc:docMk/>
          <pc:sldMk cId="1644823931" sldId="667"/>
        </pc:sldMkLst>
        <pc:spChg chg="mod">
          <ac:chgData name="Alvin PS TAN (TP)" userId="ae8eeb15-80f2-46a2-a65c-ef382058ada9" providerId="ADAL" clId="{8FFE611B-104F-4455-AD06-5CCD191A15B7}" dt="2026-03-13T07:28:10.387" v="324"/>
          <ac:spMkLst>
            <pc:docMk/>
            <pc:sldMk cId="1644823931" sldId="667"/>
            <ac:spMk id="3" creationId="{9228F4DE-0BAF-E05C-8DE8-736A343B12B2}"/>
          </ac:spMkLst>
        </pc:spChg>
      </pc:sldChg>
      <pc:sldChg chg="modSp new del mod ord">
        <pc:chgData name="Alvin PS TAN (TP)" userId="ae8eeb15-80f2-46a2-a65c-ef382058ada9" providerId="ADAL" clId="{8FFE611B-104F-4455-AD06-5CCD191A15B7}" dt="2026-03-13T07:29:52.554" v="364"/>
        <pc:sldMkLst>
          <pc:docMk/>
          <pc:sldMk cId="169344600" sldId="668"/>
        </pc:sldMkLst>
        <pc:spChg chg="mod">
          <ac:chgData name="Alvin PS TAN (TP)" userId="ae8eeb15-80f2-46a2-a65c-ef382058ada9" providerId="ADAL" clId="{8FFE611B-104F-4455-AD06-5CCD191A15B7}" dt="2026-03-13T07:28:10.475" v="327"/>
          <ac:spMkLst>
            <pc:docMk/>
            <pc:sldMk cId="169344600" sldId="668"/>
            <ac:spMk id="3" creationId="{87B9A7F0-562B-1757-E800-610ED86EFA9E}"/>
          </ac:spMkLst>
        </pc:spChg>
      </pc:sldChg>
      <pc:sldChg chg="modSp new del mod ord">
        <pc:chgData name="Alvin PS TAN (TP)" userId="ae8eeb15-80f2-46a2-a65c-ef382058ada9" providerId="ADAL" clId="{8FFE611B-104F-4455-AD06-5CCD191A15B7}" dt="2026-03-13T07:30:49.724" v="366"/>
        <pc:sldMkLst>
          <pc:docMk/>
          <pc:sldMk cId="4222597797" sldId="669"/>
        </pc:sldMkLst>
        <pc:spChg chg="mod">
          <ac:chgData name="Alvin PS TAN (TP)" userId="ae8eeb15-80f2-46a2-a65c-ef382058ada9" providerId="ADAL" clId="{8FFE611B-104F-4455-AD06-5CCD191A15B7}" dt="2026-03-13T07:28:10.560" v="330"/>
          <ac:spMkLst>
            <pc:docMk/>
            <pc:sldMk cId="4222597797" sldId="669"/>
            <ac:spMk id="3" creationId="{1A401DE5-4C03-AB5A-6F39-8D666E07DAA3}"/>
          </ac:spMkLst>
        </pc:spChg>
      </pc:sldChg>
      <pc:sldChg chg="modSp new del mod ord">
        <pc:chgData name="Alvin PS TAN (TP)" userId="ae8eeb15-80f2-46a2-a65c-ef382058ada9" providerId="ADAL" clId="{8FFE611B-104F-4455-AD06-5CCD191A15B7}" dt="2026-03-13T07:31:38.471" v="368"/>
        <pc:sldMkLst>
          <pc:docMk/>
          <pc:sldMk cId="1383750029" sldId="670"/>
        </pc:sldMkLst>
        <pc:spChg chg="mod">
          <ac:chgData name="Alvin PS TAN (TP)" userId="ae8eeb15-80f2-46a2-a65c-ef382058ada9" providerId="ADAL" clId="{8FFE611B-104F-4455-AD06-5CCD191A15B7}" dt="2026-03-13T07:28:10.758" v="333"/>
          <ac:spMkLst>
            <pc:docMk/>
            <pc:sldMk cId="1383750029" sldId="670"/>
            <ac:spMk id="3" creationId="{C38F4E18-C049-C51D-6AFC-51E5CB8AC64F}"/>
          </ac:spMkLst>
        </pc:spChg>
      </pc:sldChg>
      <pc:sldChg chg="modSp new del mod ord">
        <pc:chgData name="Alvin PS TAN (TP)" userId="ae8eeb15-80f2-46a2-a65c-ef382058ada9" providerId="ADAL" clId="{8FFE611B-104F-4455-AD06-5CCD191A15B7}" dt="2026-03-13T07:32:34.007" v="370"/>
        <pc:sldMkLst>
          <pc:docMk/>
          <pc:sldMk cId="1281045953" sldId="671"/>
        </pc:sldMkLst>
        <pc:spChg chg="mod">
          <ac:chgData name="Alvin PS TAN (TP)" userId="ae8eeb15-80f2-46a2-a65c-ef382058ada9" providerId="ADAL" clId="{8FFE611B-104F-4455-AD06-5CCD191A15B7}" dt="2026-03-13T07:28:10.844" v="336"/>
          <ac:spMkLst>
            <pc:docMk/>
            <pc:sldMk cId="1281045953" sldId="671"/>
            <ac:spMk id="3" creationId="{1820B763-5805-EDCC-575C-1C08B2042B0B}"/>
          </ac:spMkLst>
        </pc:spChg>
      </pc:sldChg>
      <pc:sldChg chg="modSp new del mod ord">
        <pc:chgData name="Alvin PS TAN (TP)" userId="ae8eeb15-80f2-46a2-a65c-ef382058ada9" providerId="ADAL" clId="{8FFE611B-104F-4455-AD06-5CCD191A15B7}" dt="2026-03-13T07:33:15.313" v="372"/>
        <pc:sldMkLst>
          <pc:docMk/>
          <pc:sldMk cId="4278851845" sldId="672"/>
        </pc:sldMkLst>
        <pc:spChg chg="mod">
          <ac:chgData name="Alvin PS TAN (TP)" userId="ae8eeb15-80f2-46a2-a65c-ef382058ada9" providerId="ADAL" clId="{8FFE611B-104F-4455-AD06-5CCD191A15B7}" dt="2026-03-13T07:28:10.923" v="339"/>
          <ac:spMkLst>
            <pc:docMk/>
            <pc:sldMk cId="4278851845" sldId="672"/>
            <ac:spMk id="3" creationId="{25126249-FD48-951E-EFD8-7AF50887A204}"/>
          </ac:spMkLst>
        </pc:spChg>
      </pc:sldChg>
      <pc:sldChg chg="modSp new del mod ord">
        <pc:chgData name="Alvin PS TAN (TP)" userId="ae8eeb15-80f2-46a2-a65c-ef382058ada9" providerId="ADAL" clId="{8FFE611B-104F-4455-AD06-5CCD191A15B7}" dt="2026-03-13T07:33:59.398" v="374"/>
        <pc:sldMkLst>
          <pc:docMk/>
          <pc:sldMk cId="3796223916" sldId="673"/>
        </pc:sldMkLst>
        <pc:spChg chg="mod">
          <ac:chgData name="Alvin PS TAN (TP)" userId="ae8eeb15-80f2-46a2-a65c-ef382058ada9" providerId="ADAL" clId="{8FFE611B-104F-4455-AD06-5CCD191A15B7}" dt="2026-03-13T07:28:11.059" v="342"/>
          <ac:spMkLst>
            <pc:docMk/>
            <pc:sldMk cId="3796223916" sldId="673"/>
            <ac:spMk id="3" creationId="{050DF5B4-3A64-DA49-165D-817DF047B6BF}"/>
          </ac:spMkLst>
        </pc:spChg>
      </pc:sldChg>
      <pc:sldChg chg="modSp new del mod ord">
        <pc:chgData name="Alvin PS TAN (TP)" userId="ae8eeb15-80f2-46a2-a65c-ef382058ada9" providerId="ADAL" clId="{8FFE611B-104F-4455-AD06-5CCD191A15B7}" dt="2026-03-13T07:34:58.666" v="376"/>
        <pc:sldMkLst>
          <pc:docMk/>
          <pc:sldMk cId="576279595" sldId="674"/>
        </pc:sldMkLst>
        <pc:spChg chg="mod">
          <ac:chgData name="Alvin PS TAN (TP)" userId="ae8eeb15-80f2-46a2-a65c-ef382058ada9" providerId="ADAL" clId="{8FFE611B-104F-4455-AD06-5CCD191A15B7}" dt="2026-03-13T07:28:11.139" v="345"/>
          <ac:spMkLst>
            <pc:docMk/>
            <pc:sldMk cId="576279595" sldId="674"/>
            <ac:spMk id="3" creationId="{46A2142A-EAF1-26C3-1CBE-A08D9D7DCAB6}"/>
          </ac:spMkLst>
        </pc:spChg>
      </pc:sldChg>
      <pc:sldChg chg="modSp new del mod ord">
        <pc:chgData name="Alvin PS TAN (TP)" userId="ae8eeb15-80f2-46a2-a65c-ef382058ada9" providerId="ADAL" clId="{8FFE611B-104F-4455-AD06-5CCD191A15B7}" dt="2026-03-13T07:35:52.933" v="378"/>
        <pc:sldMkLst>
          <pc:docMk/>
          <pc:sldMk cId="3881536800" sldId="675"/>
        </pc:sldMkLst>
        <pc:spChg chg="mod">
          <ac:chgData name="Alvin PS TAN (TP)" userId="ae8eeb15-80f2-46a2-a65c-ef382058ada9" providerId="ADAL" clId="{8FFE611B-104F-4455-AD06-5CCD191A15B7}" dt="2026-03-13T07:28:11.208" v="348"/>
          <ac:spMkLst>
            <pc:docMk/>
            <pc:sldMk cId="3881536800" sldId="675"/>
            <ac:spMk id="3" creationId="{D2F561BA-0484-A532-0CF4-C262BB0163CB}"/>
          </ac:spMkLst>
        </pc:spChg>
      </pc:sldChg>
      <pc:sldChg chg="modSp new del mod ord">
        <pc:chgData name="Alvin PS TAN (TP)" userId="ae8eeb15-80f2-46a2-a65c-ef382058ada9" providerId="ADAL" clId="{8FFE611B-104F-4455-AD06-5CCD191A15B7}" dt="2026-03-13T07:36:47.851" v="380"/>
        <pc:sldMkLst>
          <pc:docMk/>
          <pc:sldMk cId="4147841119" sldId="676"/>
        </pc:sldMkLst>
        <pc:spChg chg="mod">
          <ac:chgData name="Alvin PS TAN (TP)" userId="ae8eeb15-80f2-46a2-a65c-ef382058ada9" providerId="ADAL" clId="{8FFE611B-104F-4455-AD06-5CCD191A15B7}" dt="2026-03-13T07:28:11.291" v="351"/>
          <ac:spMkLst>
            <pc:docMk/>
            <pc:sldMk cId="4147841119" sldId="676"/>
            <ac:spMk id="3" creationId="{B9F27D9D-093B-17BE-5F1C-04D07CEACD2D}"/>
          </ac:spMkLst>
        </pc:spChg>
      </pc:sldChg>
      <pc:sldChg chg="modSp new del mod ord">
        <pc:chgData name="Alvin PS TAN (TP)" userId="ae8eeb15-80f2-46a2-a65c-ef382058ada9" providerId="ADAL" clId="{8FFE611B-104F-4455-AD06-5CCD191A15B7}" dt="2026-03-13T07:37:50.063" v="382"/>
        <pc:sldMkLst>
          <pc:docMk/>
          <pc:sldMk cId="2522310711" sldId="677"/>
        </pc:sldMkLst>
        <pc:spChg chg="mod">
          <ac:chgData name="Alvin PS TAN (TP)" userId="ae8eeb15-80f2-46a2-a65c-ef382058ada9" providerId="ADAL" clId="{8FFE611B-104F-4455-AD06-5CCD191A15B7}" dt="2026-03-13T07:28:11.430" v="354"/>
          <ac:spMkLst>
            <pc:docMk/>
            <pc:sldMk cId="2522310711" sldId="677"/>
            <ac:spMk id="3" creationId="{4882330A-8755-E3B1-C52A-01AB74FF2A8C}"/>
          </ac:spMkLst>
        </pc:spChg>
      </pc:sldChg>
      <pc:sldChg chg="modSp new del mod ord">
        <pc:chgData name="Alvin PS TAN (TP)" userId="ae8eeb15-80f2-46a2-a65c-ef382058ada9" providerId="ADAL" clId="{8FFE611B-104F-4455-AD06-5CCD191A15B7}" dt="2026-03-13T07:38:23.707" v="384"/>
        <pc:sldMkLst>
          <pc:docMk/>
          <pc:sldMk cId="1393810604" sldId="678"/>
        </pc:sldMkLst>
        <pc:spChg chg="mod">
          <ac:chgData name="Alvin PS TAN (TP)" userId="ae8eeb15-80f2-46a2-a65c-ef382058ada9" providerId="ADAL" clId="{8FFE611B-104F-4455-AD06-5CCD191A15B7}" dt="2026-03-13T07:28:11.507" v="357"/>
          <ac:spMkLst>
            <pc:docMk/>
            <pc:sldMk cId="1393810604" sldId="678"/>
            <ac:spMk id="3" creationId="{436785D5-04EF-ABB7-42E0-7E9D2825ED37}"/>
          </ac:spMkLst>
        </pc:spChg>
      </pc:sldChg>
      <pc:sldChg chg="modSp new add del mod ord">
        <pc:chgData name="Alvin PS TAN (TP)" userId="ae8eeb15-80f2-46a2-a65c-ef382058ada9" providerId="ADAL" clId="{8FFE611B-104F-4455-AD06-5CCD191A15B7}" dt="2026-03-13T07:38:33.650" v="388"/>
        <pc:sldMkLst>
          <pc:docMk/>
          <pc:sldMk cId="4103899978" sldId="679"/>
        </pc:sldMkLst>
        <pc:spChg chg="mod">
          <ac:chgData name="Alvin PS TAN (TP)" userId="ae8eeb15-80f2-46a2-a65c-ef382058ada9" providerId="ADAL" clId="{8FFE611B-104F-4455-AD06-5CCD191A15B7}" dt="2026-03-13T07:28:11.575" v="360"/>
          <ac:spMkLst>
            <pc:docMk/>
            <pc:sldMk cId="4103899978" sldId="679"/>
            <ac:spMk id="2" creationId="{583D4DF3-B3FF-E710-6B5D-4B51E4BB9626}"/>
          </ac:spMkLst>
        </pc:spChg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3888463446" sldId="680"/>
        </pc:sldMkLst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619021930" sldId="681"/>
        </pc:sldMkLst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467283021" sldId="682"/>
        </pc:sldMkLst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1124199245" sldId="683"/>
        </pc:sldMkLst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2226489244" sldId="684"/>
        </pc:sldMkLst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1215248838" sldId="685"/>
        </pc:sldMkLst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1215910304" sldId="686"/>
        </pc:sldMkLst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1665946824" sldId="687"/>
        </pc:sldMkLst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3055056420" sldId="688"/>
        </pc:sldMkLst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3034707468" sldId="689"/>
        </pc:sldMkLst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880716951" sldId="690"/>
        </pc:sldMkLst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1662670148" sldId="691"/>
        </pc:sldMkLst>
      </pc:sldChg>
      <pc:sldChg chg="add del">
        <pc:chgData name="Alvin PS TAN (TP)" userId="ae8eeb15-80f2-46a2-a65c-ef382058ada9" providerId="ADAL" clId="{8FFE611B-104F-4455-AD06-5CCD191A15B7}" dt="2026-03-13T07:59:54.766" v="429" actId="47"/>
        <pc:sldMkLst>
          <pc:docMk/>
          <pc:sldMk cId="1018545791" sldId="692"/>
        </pc:sldMkLst>
      </pc:sldChg>
      <pc:sldMasterChg chg="addSldLayout delSldLayout">
        <pc:chgData name="Alvin PS TAN (TP)" userId="ae8eeb15-80f2-46a2-a65c-ef382058ada9" providerId="ADAL" clId="{8FFE611B-104F-4455-AD06-5CCD191A15B7}" dt="2026-03-13T07:59:37.643" v="428"/>
        <pc:sldMasterMkLst>
          <pc:docMk/>
          <pc:sldMasterMk cId="3344814653" sldId="2147483648"/>
        </pc:sldMasterMkLst>
        <pc:sldLayoutChg chg="add del">
          <pc:chgData name="Alvin PS TAN (TP)" userId="ae8eeb15-80f2-46a2-a65c-ef382058ada9" providerId="ADAL" clId="{8FFE611B-104F-4455-AD06-5CCD191A15B7}" dt="2026-03-13T07:59:37.643" v="428"/>
          <pc:sldLayoutMkLst>
            <pc:docMk/>
            <pc:sldMasterMk cId="3344814653" sldId="2147483648"/>
            <pc:sldLayoutMk cId="2338001790" sldId="2147483656"/>
          </pc:sldLayoutMkLst>
        </pc:sldLayoutChg>
      </pc:sldMasterChg>
    </pc:docChg>
  </pc:docChgLst>
</pc:chgInfo>
</file>

<file path=ppt/comments/modernComment_259_C131D7F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0685A7-E7B7-45FF-B89F-AC983683BC7F}" authorId="{6C0C76AC-659F-9E82-B08A-DA48F8E57A71}" created="2026-02-05T06:03:01.289">
    <pc:sldMkLst xmlns:pc="http://schemas.microsoft.com/office/powerpoint/2013/main/command">
      <pc:docMk/>
      <pc:sldMk cId="3173528664" sldId="358"/>
    </pc:sldMkLst>
    <p188:replyLst>
      <p188:reply id="{29E3C713-EB82-40A4-9B53-77E1D8E69AA7}" authorId="{CE86A08B-09E8-B719-FF35-237648D4AA62}" created="2026-02-05T07:47:35.128">
        <p188:txBody>
          <a:bodyPr/>
          <a:lstStyle/>
          <a:p>
            <a:r>
              <a:rPr lang="en-US"/>
              <a:t>Looks nice. Let's keep this.</a:t>
            </a:r>
          </a:p>
        </p188:txBody>
        <p188:extLst>
          <p:ext xmlns:p="http://schemas.openxmlformats.org/presentationml/2006/main" uri="{57CB4572-C831-44C2-8A1C-0ADB6CCDFE69}">
            <p223:reactions xmlns:p223="http://schemas.microsoft.com/office/powerpoint/2022/03/main">
              <p223:rxn type="👍">
                <p223:instance time="2026-02-05T08:33:31.799" authorId="{6C0C76AC-659F-9E82-B08A-DA48F8E57A71}"/>
              </p223:rxn>
            </p223:reactions>
          </p:ext>
        </p188:extLst>
      </p188:reply>
    </p188:replyLst>
    <p188:txBody>
      <a:bodyPr/>
      <a:lstStyle/>
      <a:p>
        <a:r>
          <a:rPr lang="en-SG"/>
          <a:t>[@Emile SABASTIAN (TP)] I revamp the title page. It is quite simple, do see if this is fine.</a:t>
        </a:r>
      </a:p>
    </p188:txBody>
  </p188:cm>
  <p188:cm id="{B7EE4808-1468-44A3-8E77-BB81CDD6488A}" authorId="{6C0C76AC-659F-9E82-B08A-DA48F8E57A71}" created="2026-02-06T02:49:55.52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41269240" sldId="601"/>
      <ac:spMk id="6" creationId="{C00FEF79-FFFE-9C29-62E2-7128FAF8FE9F}"/>
    </ac:deMkLst>
    <p188:txBody>
      <a:bodyPr/>
      <a:lstStyle/>
      <a:p>
        <a:r>
          <a:rPr lang="en-SG"/>
          <a:t>[@Emile SABASTIAN (TP)]  the purple box in the top right hand corner means slide pending edit. Lets remove it when the content in the slide is done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E5BA8-2FCB-420D-B3E5-CFE070AFA99F}" type="datetimeFigureOut">
              <a:rPr lang="en-SG" smtClean="0"/>
              <a:t>10/3/2026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F8090-7CB6-46A9-A939-45155CD21C2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5692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EFC20-FCF0-4A07-A268-432AC87FDB32}" type="datetimeFigureOut">
              <a:rPr lang="en-SG" smtClean="0"/>
              <a:t>10/3/2026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6CFA53-F3D5-44ED-8E53-8CCDDA7AC22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4251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 b="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7"/>
          <a:stretch/>
        </p:blipFill>
        <p:spPr>
          <a:xfrm>
            <a:off x="576773" y="-7014"/>
            <a:ext cx="4407726" cy="967807"/>
          </a:xfrm>
          <a:prstGeom prst="rect">
            <a:avLst/>
          </a:prstGeom>
        </p:spPr>
      </p:pic>
      <p:pic>
        <p:nvPicPr>
          <p:cNvPr id="5" name="Picture 4" descr="A black and white logo  AI-generated content may be incorrect.">
            <a:extLst>
              <a:ext uri="{FF2B5EF4-FFF2-40B4-BE49-F238E27FC236}">
                <a16:creationId xmlns:a16="http://schemas.microsoft.com/office/drawing/2014/main" id="{1205E7F8-1231-EB9C-E898-5AD950E8A2E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89" y="260952"/>
            <a:ext cx="1411415" cy="521367"/>
          </a:xfrm>
          <a:prstGeom prst="rect">
            <a:avLst/>
          </a:prstGeom>
          <a:solidFill>
            <a:srgbClr val="EE3A43"/>
          </a:solidFill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575ABD-8D8D-FDFD-CD0D-A4A38E939FE3}"/>
              </a:ext>
            </a:extLst>
          </p:cNvPr>
          <p:cNvSpPr/>
          <p:nvPr userDrawn="1"/>
        </p:nvSpPr>
        <p:spPr>
          <a:xfrm>
            <a:off x="0" y="2540000"/>
            <a:ext cx="12192000" cy="2280386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A5FAE5-6BB4-A79A-D903-91BCEE1C53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899" y="2926080"/>
            <a:ext cx="10071099" cy="863600"/>
          </a:xfrm>
        </p:spPr>
        <p:txBody>
          <a:bodyPr lIns="0" anchor="ctr">
            <a:normAutofit/>
          </a:bodyPr>
          <a:lstStyle>
            <a:lvl1pPr>
              <a:defRPr sz="4400" cap="none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699DFA2-47C5-BF76-FF09-D6E98057A5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4899" y="3893956"/>
            <a:ext cx="10071099" cy="509750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5"/>
                </a:solidFill>
                <a:latin typeface="+mn-lt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949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760" y="1319629"/>
            <a:ext cx="10168597" cy="4727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61" y="163437"/>
            <a:ext cx="1101631" cy="1035834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1066800" y="447040"/>
            <a:ext cx="10229557" cy="673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4913B28-98DD-B7C4-0222-23810A5D4B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0480" y="-409"/>
            <a:ext cx="731520" cy="261610"/>
          </a:xfrm>
        </p:spPr>
        <p:txBody>
          <a:bodyPr/>
          <a:lstStyle/>
          <a:p>
            <a:fld id="{010C4321-AF8A-4154-81CC-59E0ED0FD305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C8ED25-5E05-1A00-66C9-3478F54034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99038" y="6197600"/>
            <a:ext cx="6297612" cy="538163"/>
          </a:xfrm>
        </p:spPr>
        <p:txBody>
          <a:bodyPr anchor="b">
            <a:noAutofit/>
          </a:bodyPr>
          <a:lstStyle>
            <a:lvl1pPr marL="342900" indent="-17145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/>
            </a:lvl1pPr>
            <a:lvl2pPr marL="628650" indent="0" algn="r">
              <a:lnSpc>
                <a:spcPts val="600"/>
              </a:lnSpc>
              <a:buFont typeface="Arial" panose="020B0604020202020204" pitchFamily="34" charset="0"/>
              <a:buChar char="•"/>
              <a:defRPr sz="800"/>
            </a:lvl2pPr>
            <a:lvl3pPr marL="1085850" indent="0" algn="r">
              <a:lnSpc>
                <a:spcPts val="600"/>
              </a:lnSpc>
              <a:buFont typeface="Arial" panose="020B0604020202020204" pitchFamily="34" charset="0"/>
              <a:buChar char="•"/>
              <a:defRPr sz="800"/>
            </a:lvl3pPr>
            <a:lvl4pPr marL="1543050" indent="0" algn="r">
              <a:lnSpc>
                <a:spcPts val="600"/>
              </a:lnSpc>
              <a:buFont typeface="Arial" panose="020B0604020202020204" pitchFamily="34" charset="0"/>
              <a:buChar char="•"/>
              <a:defRPr sz="800"/>
            </a:lvl4pPr>
            <a:lvl5pPr marL="2000250" indent="0" algn="r">
              <a:lnSpc>
                <a:spcPts val="600"/>
              </a:lnSpc>
              <a:buFont typeface="Arial" panose="020B0604020202020204" pitchFamily="34" charset="0"/>
              <a:buChar char="•"/>
              <a:defRPr sz="800"/>
            </a:lvl5pPr>
          </a:lstStyle>
          <a:p>
            <a:pPr lvl="0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4450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BD797F-E615-4E75-8FBC-F12C5FBFE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0C4321-AF8A-4154-81CC-59E0ED0FD305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A62F130-96AC-4910-031F-422DC55C5F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99038" y="6197600"/>
            <a:ext cx="6297612" cy="538163"/>
          </a:xfrm>
        </p:spPr>
        <p:txBody>
          <a:bodyPr anchor="b">
            <a:noAutofit/>
          </a:bodyPr>
          <a:lstStyle>
            <a:lvl1pPr marL="342900" indent="-17145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800"/>
            </a:lvl1pPr>
            <a:lvl2pPr marL="628650" indent="0" algn="r">
              <a:lnSpc>
                <a:spcPts val="600"/>
              </a:lnSpc>
              <a:buFont typeface="Arial" panose="020B0604020202020204" pitchFamily="34" charset="0"/>
              <a:buChar char="•"/>
              <a:defRPr sz="800"/>
            </a:lvl2pPr>
            <a:lvl3pPr marL="1085850" indent="0" algn="r">
              <a:lnSpc>
                <a:spcPts val="600"/>
              </a:lnSpc>
              <a:buFont typeface="Arial" panose="020B0604020202020204" pitchFamily="34" charset="0"/>
              <a:buChar char="•"/>
              <a:defRPr sz="800"/>
            </a:lvl3pPr>
            <a:lvl4pPr marL="1543050" indent="0" algn="r">
              <a:lnSpc>
                <a:spcPts val="600"/>
              </a:lnSpc>
              <a:buFont typeface="Arial" panose="020B0604020202020204" pitchFamily="34" charset="0"/>
              <a:buChar char="•"/>
              <a:defRPr sz="800"/>
            </a:lvl4pPr>
            <a:lvl5pPr marL="2000250" indent="0" algn="r">
              <a:lnSpc>
                <a:spcPts val="600"/>
              </a:lnSpc>
              <a:buFont typeface="Arial" panose="020B0604020202020204" pitchFamily="34" charset="0"/>
              <a:buChar char="•"/>
              <a:defRPr sz="800"/>
            </a:lvl5pPr>
          </a:lstStyle>
          <a:p>
            <a:pPr lvl="0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62743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 b="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C569BCE-F69A-26C8-F029-5FED2ACD15FF}"/>
              </a:ext>
            </a:extLst>
          </p:cNvPr>
          <p:cNvSpPr/>
          <p:nvPr userDrawn="1"/>
        </p:nvSpPr>
        <p:spPr>
          <a:xfrm>
            <a:off x="0" y="2540000"/>
            <a:ext cx="12192000" cy="177800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04899" y="2926080"/>
            <a:ext cx="10071099" cy="863600"/>
          </a:xfrm>
        </p:spPr>
        <p:txBody>
          <a:bodyPr lIns="0" anchor="ctr">
            <a:normAutofit/>
          </a:bodyPr>
          <a:lstStyle>
            <a:lvl1pPr>
              <a:defRPr sz="4400" cap="none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04899" y="3893956"/>
            <a:ext cx="10071099" cy="509750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accent5"/>
                </a:solidFill>
                <a:latin typeface="+mn-lt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F88BF6B-03BF-AC6B-5F8C-0D005B8DAB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05" y="0"/>
            <a:ext cx="1783188" cy="2184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800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571732"/>
            <a:ext cx="10229557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7760" y="1311763"/>
            <a:ext cx="10168597" cy="4727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60480" y="-409"/>
            <a:ext cx="731520" cy="261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10C4321-AF8A-4154-81CC-59E0ED0FD305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9" name="Rectangle 8"/>
          <p:cNvSpPr/>
          <p:nvPr userDrawn="1"/>
        </p:nvSpPr>
        <p:spPr>
          <a:xfrm>
            <a:off x="1066800" y="6230094"/>
            <a:ext cx="95554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SG" sz="1100">
                <a:solidFill>
                  <a:srgbClr val="0070C0"/>
                </a:solidFill>
                <a:ea typeface="Roboto Medium" pitchFamily="2" charset="0"/>
              </a:rPr>
              <a:t>// FCVS • </a:t>
            </a:r>
            <a:r>
              <a:rPr lang="en-SG" sz="1100" b="1">
                <a:solidFill>
                  <a:srgbClr val="0070C0"/>
                </a:solidFill>
                <a:ea typeface="Roboto Medium" pitchFamily="2" charset="0"/>
              </a:rPr>
              <a:t>Foundations of Computer Vision (CAI2C08)</a:t>
            </a:r>
            <a:endParaRPr lang="en-SG" sz="1050" b="1" i="1">
              <a:solidFill>
                <a:srgbClr val="0070C0"/>
              </a:solidFill>
              <a:ea typeface="Roboto Medium" pitchFamily="2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spc="5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100" b="1" spc="5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  <a:r>
              <a:rPr lang="en-SG" sz="1100" b="1" spc="50" baseline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100" b="1" i="1" spc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81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>
              <a:lumMod val="75000"/>
            </a:schemeClr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259_C131D7F8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file:///C:\Program%20Files\Inknoe%20ClassPoint%202\Images\mc_blue_comp.pn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file:///C:\Program%20Files\Inknoe%20ClassPoint%202\Images\mc_blue_comp.pn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file:///C:\Program%20Files\Inknoe%20ClassPoint%202\Images\mc_blue_comp.p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file:///C:\Program%20Files\Inknoe%20ClassPoint%202\Images\mc_blue_comp.p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file:///C:\Program%20Files\Inknoe%20ClassPoint%202\Images\mc_blue_comp.png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BC4AB-40B3-AB7D-BD8D-14FD43432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4B2997-3610-8586-BC22-A036A48BC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5BC173-D4FE-7FCA-764D-5343006C6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3973F5-4A48-4F87-8CF7-8A168547A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05AEDF-18AB-8DA0-5FBE-C7D900BA2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8D1AC4-B2E9-0189-8639-5E873BBA6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1347"/>
            <a:ext cx="3641646" cy="37320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571897-EB8B-C743-9F77-527AA9FFE198}"/>
              </a:ext>
            </a:extLst>
          </p:cNvPr>
          <p:cNvSpPr txBox="1"/>
          <p:nvPr/>
        </p:nvSpPr>
        <p:spPr>
          <a:xfrm>
            <a:off x="4360971" y="1057517"/>
            <a:ext cx="682204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i="1"/>
              <a:t>Foundations of Computer Vision </a:t>
            </a:r>
            <a:r>
              <a:rPr lang="en-SG" sz="3600" i="1">
                <a:highlight>
                  <a:srgbClr val="FFFFFF"/>
                </a:highlight>
              </a:rPr>
              <a:t>(CAI2C08): Term A</a:t>
            </a:r>
          </a:p>
          <a:p>
            <a:endParaRPr lang="en-SG" sz="4000" b="1">
              <a:highlight>
                <a:srgbClr val="FFFF00"/>
              </a:highlight>
            </a:endParaRPr>
          </a:p>
          <a:p>
            <a:endParaRPr lang="en-SG" sz="4000" b="1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84B095-EDA9-9471-FE98-34146B865BBD}"/>
              </a:ext>
            </a:extLst>
          </p:cNvPr>
          <p:cNvSpPr txBox="1"/>
          <p:nvPr/>
        </p:nvSpPr>
        <p:spPr>
          <a:xfrm>
            <a:off x="4360971" y="4089268"/>
            <a:ext cx="501379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i="1" dirty="0"/>
              <a:t>Contents</a:t>
            </a:r>
            <a:r>
              <a:rPr lang="en-SG" sz="2400" i="1" dirty="0"/>
              <a:t>: </a:t>
            </a:r>
          </a:p>
          <a:p>
            <a:pPr marL="342900" indent="-342900">
              <a:buFontTx/>
              <a:buChar char="-"/>
            </a:pPr>
            <a:r>
              <a:rPr lang="en-SG" sz="2200" i="1" dirty="0"/>
              <a:t>All basic image transformation techniques</a:t>
            </a:r>
          </a:p>
          <a:p>
            <a:pPr marL="342900" indent="-342900">
              <a:buFontTx/>
              <a:buChar char="-"/>
            </a:pPr>
            <a:endParaRPr lang="en-SG" sz="2200" i="1" dirty="0"/>
          </a:p>
          <a:p>
            <a:pPr marL="342900" indent="-342900">
              <a:buFontTx/>
              <a:buChar char="-"/>
            </a:pPr>
            <a:endParaRPr lang="en-SG" sz="2200" i="1" dirty="0"/>
          </a:p>
          <a:p>
            <a:pPr marL="342900" indent="-342900">
              <a:buFontTx/>
              <a:buChar char="-"/>
            </a:pPr>
            <a:endParaRPr lang="en-SG" sz="22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3CC67D-B645-B135-0A6E-47FC67230069}"/>
              </a:ext>
            </a:extLst>
          </p:cNvPr>
          <p:cNvSpPr txBox="1"/>
          <p:nvPr/>
        </p:nvSpPr>
        <p:spPr>
          <a:xfrm>
            <a:off x="4360971" y="2573393"/>
            <a:ext cx="721417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b="1" i="1" dirty="0"/>
              <a:t>Week </a:t>
            </a:r>
            <a:r>
              <a:rPr lang="en-SG" sz="3600" b="1" i="1" dirty="0">
                <a:highlight>
                  <a:srgbClr val="FFFFFF"/>
                </a:highlight>
              </a:rPr>
              <a:t>2.1 </a:t>
            </a:r>
            <a:r>
              <a:rPr lang="en-SG" sz="3600" dirty="0">
                <a:highlight>
                  <a:srgbClr val="FFFFFF"/>
                </a:highlight>
              </a:rPr>
              <a:t>— </a:t>
            </a:r>
            <a:r>
              <a:rPr lang="en-SG" sz="3600" b="1" dirty="0">
                <a:highlight>
                  <a:srgbClr val="FFFFFF"/>
                </a:highlight>
              </a:rPr>
              <a:t>Image Transformation</a:t>
            </a:r>
          </a:p>
          <a:p>
            <a:endParaRPr lang="en-SG" sz="4000" b="1" dirty="0">
              <a:highlight>
                <a:srgbClr val="FFFF00"/>
              </a:highlight>
            </a:endParaRPr>
          </a:p>
          <a:p>
            <a:endParaRPr lang="en-SG" sz="4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412692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50D0BD-6107-FE1B-9366-922FA800C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86955"/>
            <a:ext cx="10229557" cy="594137"/>
          </a:xfrm>
        </p:spPr>
        <p:txBody>
          <a:bodyPr>
            <a:spAutoFit/>
          </a:bodyPr>
          <a:lstStyle/>
          <a:p>
            <a:r>
              <a:rPr lang="en-SG" dirty="0"/>
              <a:t>Week 1.2 Recap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8CB6F7-3162-1134-9B39-75444F21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760" y="1319629"/>
            <a:ext cx="10168597" cy="4336828"/>
          </a:xfrm>
        </p:spPr>
        <p:txBody>
          <a:bodyPr>
            <a:sp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2E75B6"/>
                </a:solidFill>
              </a:rPr>
              <a:t>Git &amp; GitHub Essentials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/>
              <a:t>Git is a </a:t>
            </a:r>
            <a:r>
              <a:rPr lang="en-US" sz="1400" b="1"/>
              <a:t>version control system</a:t>
            </a:r>
            <a:r>
              <a:rPr lang="en-US" sz="1400"/>
              <a:t>; GitHub is the </a:t>
            </a:r>
            <a:r>
              <a:rPr lang="en-US" sz="1400" b="1"/>
              <a:t>cloud platform</a:t>
            </a:r>
            <a:r>
              <a:rPr lang="en-US" sz="1400"/>
              <a:t> (Git ≠ GitHub)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/>
              <a:t>Local workflow: </a:t>
            </a:r>
            <a:r>
              <a:rPr lang="en-US" sz="1400" b="1"/>
              <a:t>git add</a:t>
            </a:r>
            <a:r>
              <a:rPr lang="en-US" sz="1400"/>
              <a:t> (stage) → </a:t>
            </a:r>
            <a:r>
              <a:rPr lang="en-US" sz="1400" b="1"/>
              <a:t>git commit</a:t>
            </a:r>
            <a:r>
              <a:rPr lang="en-US" sz="1400"/>
              <a:t> (checkpoint) → </a:t>
            </a:r>
            <a:r>
              <a:rPr lang="en-US" sz="1400" b="1"/>
              <a:t>git push</a:t>
            </a:r>
            <a:r>
              <a:rPr lang="en-US" sz="1400"/>
              <a:t> (upload)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/>
              <a:t>Branching enables </a:t>
            </a:r>
            <a:r>
              <a:rPr lang="en-US" sz="1400" b="1"/>
              <a:t>parallel development</a:t>
            </a:r>
            <a:r>
              <a:rPr lang="en-US" sz="1400"/>
              <a:t>; code enters main via </a:t>
            </a:r>
            <a:r>
              <a:rPr lang="en-US" sz="1400" b="1"/>
              <a:t>Pull Requests</a:t>
            </a:r>
          </a:p>
          <a:p>
            <a:pPr algn="l">
              <a:buNone/>
            </a:pPr>
            <a:endParaRPr lang="en-US" sz="600"/>
          </a:p>
          <a:p>
            <a:pPr algn="l">
              <a:buNone/>
            </a:pPr>
            <a:r>
              <a:rPr lang="en-US" sz="1600" b="1">
                <a:solidFill>
                  <a:srgbClr val="2E75B6"/>
                </a:solidFill>
              </a:rPr>
              <a:t>Digital Image Fundamentals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/>
              <a:t>Images in memory are </a:t>
            </a:r>
            <a:r>
              <a:rPr lang="en-US" sz="1400" b="1"/>
              <a:t>NumPy arrays</a:t>
            </a:r>
            <a:r>
              <a:rPr lang="en-US" sz="1400"/>
              <a:t> with shape </a:t>
            </a:r>
            <a:r>
              <a:rPr lang="en-US" sz="1400" b="1"/>
              <a:t>(Height, Width, Channels)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/>
              <a:t>8-bit depth (</a:t>
            </a:r>
            <a:r>
              <a:rPr lang="en-US" sz="1400" b="1"/>
              <a:t>uint8</a:t>
            </a:r>
            <a:r>
              <a:rPr lang="en-US" sz="1400"/>
              <a:t>) = values 0–255; one RGB pixel = 24 bits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/>
              <a:t>OpenCV uses </a:t>
            </a:r>
            <a:r>
              <a:rPr lang="en-US" sz="1400" b="1"/>
              <a:t>BGR</a:t>
            </a:r>
            <a:r>
              <a:rPr lang="en-US" sz="1400"/>
              <a:t> order; convert to RGB for Matplotlib with </a:t>
            </a:r>
            <a:r>
              <a:rPr lang="en-US" sz="1400" b="1"/>
              <a:t>cv2.cvtColor()</a:t>
            </a:r>
          </a:p>
          <a:p>
            <a:pPr algn="l">
              <a:buNone/>
            </a:pPr>
            <a:endParaRPr lang="en-US" sz="600"/>
          </a:p>
          <a:p>
            <a:pPr algn="l">
              <a:buNone/>
            </a:pPr>
            <a:r>
              <a:rPr lang="en-US" sz="1600" b="1">
                <a:solidFill>
                  <a:srgbClr val="2E75B6"/>
                </a:solidFill>
              </a:rPr>
              <a:t>Pixel Operations &amp; Colour Spaces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/>
              <a:t>HSV separates </a:t>
            </a:r>
            <a:r>
              <a:rPr lang="en-US" sz="1400" b="1"/>
              <a:t>Hue</a:t>
            </a:r>
            <a:r>
              <a:rPr lang="en-US" sz="1400"/>
              <a:t> (colour) from </a:t>
            </a:r>
            <a:r>
              <a:rPr lang="en-US" sz="1400" b="1"/>
              <a:t>Saturation</a:t>
            </a:r>
            <a:r>
              <a:rPr lang="en-US" sz="1400"/>
              <a:t> and </a:t>
            </a:r>
            <a:r>
              <a:rPr lang="en-US" sz="1400" b="1"/>
              <a:t>Value</a:t>
            </a:r>
            <a:r>
              <a:rPr lang="en-US" sz="1400"/>
              <a:t> — ideal for colour-based masking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/>
              <a:t>Brightness adjustment: add/subtract, multiply, or scale+offset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/>
              <a:t>Always </a:t>
            </a:r>
            <a:r>
              <a:rPr lang="en-US" sz="1400" b="1"/>
              <a:t>np.clip()</a:t>
            </a:r>
            <a:r>
              <a:rPr lang="en-US" sz="1400"/>
              <a:t> to 0–255 and </a:t>
            </a:r>
            <a:r>
              <a:rPr lang="en-US" sz="1400" b="1"/>
              <a:t>.astype(np.uint8)</a:t>
            </a:r>
            <a:r>
              <a:rPr lang="en-US" sz="1400"/>
              <a:t> to avoid overflow</a:t>
            </a:r>
          </a:p>
        </p:txBody>
      </p:sp>
    </p:spTree>
    <p:extLst>
      <p:ext uri="{BB962C8B-B14F-4D97-AF65-F5344CB8AC3E}">
        <p14:creationId xmlns:p14="http://schemas.microsoft.com/office/powerpoint/2010/main" val="1884239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DFF37-6027-26B7-1770-065A0133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9F32CE-58B0-8555-D24B-C8B2B8169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486955"/>
            <a:ext cx="10168597" cy="594137"/>
          </a:xfrm>
        </p:spPr>
        <p:txBody>
          <a:bodyPr>
            <a:spAutoFit/>
          </a:bodyPr>
          <a:lstStyle/>
          <a:p>
            <a:r>
              <a:rPr lang="en-US" err="1"/>
              <a:t>ClassPoint</a:t>
            </a:r>
            <a:r>
              <a:rPr lang="en-US"/>
              <a:t> Time!</a:t>
            </a:r>
            <a:endParaRPr lang="en-SG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9B353F-2384-DD72-7378-9A78E88FA2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6F3001-B339-4391-A026-21073A94092B}"/>
              </a:ext>
            </a:extLst>
          </p:cNvPr>
          <p:cNvSpPr txBox="1"/>
          <p:nvPr/>
        </p:nvSpPr>
        <p:spPr>
          <a:xfrm>
            <a:off x="1130300" y="1320800"/>
            <a:ext cx="9525000" cy="212365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200" b="1" dirty="0"/>
              <a:t>1. An image has dtype uint8. What is the valid range of pixel values?</a:t>
            </a:r>
          </a:p>
          <a:p>
            <a:pPr algn="l">
              <a:buNone/>
            </a:pPr>
            <a:endParaRPr lang="en-US" sz="2200" dirty="0"/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-128 to 127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0 to 255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0.0 to 1.0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1 to 256</a:t>
            </a:r>
          </a:p>
        </p:txBody>
      </p:sp>
      <p:pic>
        <p:nvPicPr>
          <p:cNvPr id="10" name="btnInknoeActivityCp2">
            <a:extLst>
              <a:ext uri="{FF2B5EF4-FFF2-40B4-BE49-F238E27FC236}">
                <a16:creationId xmlns:a16="http://schemas.microsoft.com/office/drawing/2014/main" id="{7C4DB012-C457-1776-5179-01558E8FF6E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976" y="5405463"/>
            <a:ext cx="2222048" cy="58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921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DFF37-6027-26B7-1770-065A0133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9F32CE-58B0-8555-D24B-C8B2B8169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486955"/>
            <a:ext cx="10168597" cy="594137"/>
          </a:xfrm>
        </p:spPr>
        <p:txBody>
          <a:bodyPr>
            <a:spAutoFit/>
          </a:bodyPr>
          <a:lstStyle/>
          <a:p>
            <a:r>
              <a:rPr lang="en-US" err="1"/>
              <a:t>ClassPoint</a:t>
            </a:r>
            <a:r>
              <a:rPr lang="en-US"/>
              <a:t> Time!</a:t>
            </a:r>
            <a:endParaRPr lang="en-SG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9B353F-2384-DD72-7378-9A78E88FA2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7C3C66-6037-43EC-B314-963A2E93CF6D}"/>
              </a:ext>
            </a:extLst>
          </p:cNvPr>
          <p:cNvSpPr txBox="1"/>
          <p:nvPr/>
        </p:nvSpPr>
        <p:spPr>
          <a:xfrm>
            <a:off x="1130300" y="1320800"/>
            <a:ext cx="9525000" cy="246221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200" b="1" dirty="0"/>
              <a:t>2. Why do we use Base64 and not byte string encoding when storing images in a JSON field or SQL TEXT column?</a:t>
            </a:r>
          </a:p>
          <a:p>
            <a:pPr algn="l">
              <a:buNone/>
            </a:pPr>
            <a:endParaRPr lang="en-US" sz="2200" dirty="0"/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Base64 compresses the image to reduce file size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Raw image bytes are not valid UTF-8 text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Base64 converts BGR images to RGB format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JSON and SQL only support NumPy arrays</a:t>
            </a:r>
          </a:p>
        </p:txBody>
      </p:sp>
      <p:pic>
        <p:nvPicPr>
          <p:cNvPr id="14" name="btnInknoeActivityCp2">
            <a:extLst>
              <a:ext uri="{FF2B5EF4-FFF2-40B4-BE49-F238E27FC236}">
                <a16:creationId xmlns:a16="http://schemas.microsoft.com/office/drawing/2014/main" id="{99A70A60-9B6E-6547-CFC7-9C9429D3B8F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976" y="5405465"/>
            <a:ext cx="2222048" cy="58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69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DFF37-6027-26B7-1770-065A0133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9F32CE-58B0-8555-D24B-C8B2B8169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486955"/>
            <a:ext cx="10168597" cy="594137"/>
          </a:xfrm>
        </p:spPr>
        <p:txBody>
          <a:bodyPr>
            <a:spAutoFit/>
          </a:bodyPr>
          <a:lstStyle/>
          <a:p>
            <a:r>
              <a:rPr lang="en-US" err="1"/>
              <a:t>ClassPoint</a:t>
            </a:r>
            <a:r>
              <a:rPr lang="en-US"/>
              <a:t> Time!</a:t>
            </a:r>
            <a:endParaRPr lang="en-SG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9B353F-2384-DD72-7378-9A78E88FA2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B729D-544D-4AA7-BEBB-A7F9E9DC4A6E}"/>
              </a:ext>
            </a:extLst>
          </p:cNvPr>
          <p:cNvSpPr txBox="1"/>
          <p:nvPr/>
        </p:nvSpPr>
        <p:spPr>
          <a:xfrm>
            <a:off x="1130300" y="1320800"/>
            <a:ext cx="9525000" cy="212365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200" b="1" dirty="0"/>
              <a:t>3. Given img with shape (400, 600, 3), what does img[200, 300] return?</a:t>
            </a:r>
          </a:p>
          <a:p>
            <a:pPr algn="l">
              <a:buNone/>
            </a:pPr>
            <a:endParaRPr lang="en-US" sz="2200" dirty="0"/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A single integer (the grayscale value at that location)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An array of 3 values [B, G, R] for that pixel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A 2D array of shape (200, 300)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An error because indices are out of bounds</a:t>
            </a:r>
          </a:p>
        </p:txBody>
      </p:sp>
      <p:pic>
        <p:nvPicPr>
          <p:cNvPr id="10" name="btnInknoeActivityCp2">
            <a:extLst>
              <a:ext uri="{FF2B5EF4-FFF2-40B4-BE49-F238E27FC236}">
                <a16:creationId xmlns:a16="http://schemas.microsoft.com/office/drawing/2014/main" id="{F85C0A3D-6FB2-2330-2F7D-348EAB7FF8D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976" y="5405463"/>
            <a:ext cx="2222048" cy="58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203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DFF37-6027-26B7-1770-065A0133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9F32CE-58B0-8555-D24B-C8B2B8169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486955"/>
            <a:ext cx="10168597" cy="594137"/>
          </a:xfrm>
        </p:spPr>
        <p:txBody>
          <a:bodyPr>
            <a:spAutoFit/>
          </a:bodyPr>
          <a:lstStyle/>
          <a:p>
            <a:r>
              <a:rPr lang="en-US" err="1"/>
              <a:t>ClassPoint</a:t>
            </a:r>
            <a:r>
              <a:rPr lang="en-US"/>
              <a:t> Time!</a:t>
            </a:r>
            <a:endParaRPr lang="en-SG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9B353F-2384-DD72-7378-9A78E88FA2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2A2E2F-8602-4EB3-9295-738035A008BE}"/>
              </a:ext>
            </a:extLst>
          </p:cNvPr>
          <p:cNvSpPr txBox="1"/>
          <p:nvPr/>
        </p:nvSpPr>
        <p:spPr>
          <a:xfrm>
            <a:off x="1130300" y="1320800"/>
            <a:ext cx="9525000" cy="246221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200" b="1" dirty="0"/>
              <a:t>4. In cv2.inRange(hsv, lower, upper), why do we typically set wide ranges for S and V but narrow ranges for H?</a:t>
            </a:r>
          </a:p>
          <a:p>
            <a:pPr algn="l">
              <a:buNone/>
            </a:pPr>
            <a:endParaRPr lang="en-US" sz="2200" dirty="0"/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H determines size, S and V determine colour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H defines the </a:t>
            </a:r>
            <a:r>
              <a:rPr lang="en-US" sz="2200" dirty="0" err="1"/>
              <a:t>colour</a:t>
            </a:r>
            <a:r>
              <a:rPr lang="en-US" sz="2200" dirty="0"/>
              <a:t>; wide S/V captures all/different lighting conditions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OpenCV requires H to be between 0–179 only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Wide H ranges make the mask run faster</a:t>
            </a:r>
          </a:p>
        </p:txBody>
      </p:sp>
      <p:pic>
        <p:nvPicPr>
          <p:cNvPr id="10" name="btnInknoeActivityCp2">
            <a:extLst>
              <a:ext uri="{FF2B5EF4-FFF2-40B4-BE49-F238E27FC236}">
                <a16:creationId xmlns:a16="http://schemas.microsoft.com/office/drawing/2014/main" id="{CEF297C8-A02C-AAC5-ECEB-E36105747B0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976" y="5405463"/>
            <a:ext cx="2222048" cy="58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81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DFF37-6027-26B7-1770-065A0133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9F32CE-58B0-8555-D24B-C8B2B8169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0" y="486955"/>
            <a:ext cx="10168597" cy="594137"/>
          </a:xfrm>
        </p:spPr>
        <p:txBody>
          <a:bodyPr>
            <a:spAutoFit/>
          </a:bodyPr>
          <a:lstStyle/>
          <a:p>
            <a:r>
              <a:rPr lang="en-US" err="1"/>
              <a:t>ClassPoint</a:t>
            </a:r>
            <a:r>
              <a:rPr lang="en-US"/>
              <a:t> Time!</a:t>
            </a:r>
            <a:endParaRPr lang="en-SG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9B353F-2384-DD72-7378-9A78E88FA2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2A2E2F-8602-4EB3-9295-738035A008BE}"/>
              </a:ext>
            </a:extLst>
          </p:cNvPr>
          <p:cNvSpPr txBox="1"/>
          <p:nvPr/>
        </p:nvSpPr>
        <p:spPr>
          <a:xfrm>
            <a:off x="1130300" y="1320800"/>
            <a:ext cx="9525000" cy="246221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200" b="1" dirty="0"/>
              <a:t>5. Given an image img with shape (400, 600, 3), what does img[50:150, 100:200] return?</a:t>
            </a:r>
          </a:p>
          <a:p>
            <a:pPr algn="l">
              <a:buNone/>
            </a:pPr>
            <a:endParaRPr lang="en-US" sz="2200" dirty="0"/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A single pixel at row 50, column 100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A region of interest (ROI) with shape (100, 100, 3)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A flattened 1D array of 30,000 values</a:t>
            </a:r>
          </a:p>
          <a:p>
            <a:pPr marL="457200" indent="-457200" algn="l">
              <a:buFont typeface="+mj-lt"/>
              <a:buAutoNum type="alphaUcPeriod"/>
            </a:pPr>
            <a:r>
              <a:rPr lang="en-US" sz="2200" dirty="0"/>
              <a:t>An error because the slice exceeds image bounds</a:t>
            </a:r>
          </a:p>
        </p:txBody>
      </p:sp>
      <p:pic>
        <p:nvPicPr>
          <p:cNvPr id="10" name="btnInknoeActivityCp2">
            <a:extLst>
              <a:ext uri="{FF2B5EF4-FFF2-40B4-BE49-F238E27FC236}">
                <a16:creationId xmlns:a16="http://schemas.microsoft.com/office/drawing/2014/main" id="{CEF297C8-A02C-AAC5-ECEB-E36105747B0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976" y="5405463"/>
            <a:ext cx="2222048" cy="58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532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32604F-AAC4-0EDE-07A7-4588CA165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sz="1600" b="1">
                <a:solidFill>
                  <a:srgbClr val="2E75B6"/>
                </a:solidFill>
              </a:rPr>
              <a:t>Why Image Transformations?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/>
              <a:t>Two families: </a:t>
            </a:r>
            <a:r>
              <a:rPr lang="en-US" sz="1400" b="1"/>
              <a:t>Geometric</a:t>
            </a:r>
            <a:r>
              <a:rPr lang="en-US" sz="1400"/>
              <a:t> (pixel positions) vs </a:t>
            </a:r>
            <a:r>
              <a:rPr lang="en-US" sz="1400" b="1"/>
              <a:t>Photometric</a:t>
            </a:r>
            <a:r>
              <a:rPr lang="en-US" sz="1400"/>
              <a:t> (pixel values)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/>
              <a:t>Use cases: </a:t>
            </a:r>
            <a:r>
              <a:rPr lang="en-US" sz="1400" b="1"/>
              <a:t>Preprocessing</a:t>
            </a:r>
            <a:r>
              <a:rPr lang="en-US" sz="1400"/>
              <a:t>, </a:t>
            </a:r>
            <a:r>
              <a:rPr lang="en-US" sz="1400" b="1"/>
              <a:t>Data Augmentation</a:t>
            </a:r>
            <a:r>
              <a:rPr lang="en-US" sz="1400"/>
              <a:t>, </a:t>
            </a:r>
            <a:r>
              <a:rPr lang="en-US" sz="1400" b="1"/>
              <a:t>Correction</a:t>
            </a:r>
            <a:r>
              <a:rPr lang="en-US" sz="1400"/>
              <a:t>, </a:t>
            </a:r>
            <a:r>
              <a:rPr lang="en-US" sz="1400" b="1"/>
              <a:t>Noise Reduction</a:t>
            </a:r>
          </a:p>
          <a:p>
            <a:pPr algn="l">
              <a:buNone/>
            </a:pPr>
            <a:endParaRPr lang="en-US" sz="600"/>
          </a:p>
          <a:p>
            <a:pPr algn="l">
              <a:buNone/>
            </a:pPr>
            <a:r>
              <a:rPr lang="en-US" sz="1600" b="1">
                <a:solidFill>
                  <a:srgbClr val="2E75B6"/>
                </a:solidFill>
              </a:rPr>
              <a:t>Geometric Transformations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 b="1"/>
              <a:t>Resizing</a:t>
            </a:r>
            <a:r>
              <a:rPr lang="en-US" sz="1400"/>
              <a:t>: </a:t>
            </a:r>
            <a:r>
              <a:rPr lang="en-US" sz="1400" b="1"/>
              <a:t>cv2.resize()</a:t>
            </a:r>
            <a:r>
              <a:rPr lang="en-US" sz="1400"/>
              <a:t> with absolute size or scale factors; interpolation methods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 b="1"/>
              <a:t>Cropping</a:t>
            </a:r>
            <a:r>
              <a:rPr lang="en-US" sz="1400"/>
              <a:t>: NumPy slicing </a:t>
            </a:r>
            <a:r>
              <a:rPr lang="en-US" sz="1400" b="1"/>
              <a:t>img[y1:y2, x1:x2]</a:t>
            </a:r>
            <a:r>
              <a:rPr lang="en-US" sz="1400"/>
              <a:t> for region of interest (ROI)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 b="1"/>
              <a:t>Flipping</a:t>
            </a:r>
            <a:r>
              <a:rPr lang="en-US" sz="1400"/>
              <a:t>: </a:t>
            </a:r>
            <a:r>
              <a:rPr lang="en-US" sz="1400" b="1"/>
              <a:t>cv2.flip()</a:t>
            </a:r>
            <a:r>
              <a:rPr lang="en-US" sz="1400"/>
              <a:t> — horizontal (1), vertical (0), both (-1)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 b="1"/>
              <a:t>Rotation</a:t>
            </a:r>
            <a:r>
              <a:rPr lang="en-US" sz="1400"/>
              <a:t>: 90° multiples with </a:t>
            </a:r>
            <a:r>
              <a:rPr lang="en-US" sz="1400" b="1"/>
              <a:t>cv2.rotate()</a:t>
            </a:r>
            <a:r>
              <a:rPr lang="en-US" sz="1400"/>
              <a:t>; arbitrary angles with </a:t>
            </a:r>
            <a:r>
              <a:rPr lang="en-US" sz="1400" b="1"/>
              <a:t>getRotationMatrix2D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 b="1"/>
              <a:t>Translation &amp; Shearing</a:t>
            </a:r>
            <a:r>
              <a:rPr lang="en-US" sz="1400"/>
              <a:t>: Affine transforms with </a:t>
            </a:r>
            <a:r>
              <a:rPr lang="en-US" sz="1400" b="1"/>
              <a:t>cv2.warpAffine()</a:t>
            </a:r>
          </a:p>
          <a:p>
            <a:pPr algn="l">
              <a:buNone/>
            </a:pPr>
            <a:endParaRPr lang="en-US" sz="600"/>
          </a:p>
          <a:p>
            <a:pPr algn="l">
              <a:buNone/>
            </a:pPr>
            <a:r>
              <a:rPr lang="en-US" sz="1600" b="1">
                <a:solidFill>
                  <a:srgbClr val="2E75B6"/>
                </a:solidFill>
              </a:rPr>
              <a:t>Photometric Transformations &amp; Application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 b="1"/>
              <a:t>Blurring</a:t>
            </a:r>
            <a:r>
              <a:rPr lang="en-US" sz="1400"/>
              <a:t>: Average, Gaussian, Median, Bilateral — noise reduction &amp; preprocessing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 b="1"/>
              <a:t>Masking</a:t>
            </a:r>
            <a:r>
              <a:rPr lang="en-US" sz="1400"/>
              <a:t>: Selective blur with circular masks &amp; </a:t>
            </a:r>
            <a:r>
              <a:rPr lang="en-US" sz="1400" b="1"/>
              <a:t>np.where()</a:t>
            </a:r>
            <a:r>
              <a:rPr lang="en-US" sz="1400"/>
              <a:t> compositing</a:t>
            </a:r>
          </a:p>
          <a:p>
            <a:pPr marL="342900" indent="-342900" algn="l">
              <a:buFont typeface="Arial"/>
              <a:buChar char="•"/>
            </a:pPr>
            <a:r>
              <a:rPr lang="en-US" sz="1400" b="1"/>
              <a:t>Mini Pipeline</a:t>
            </a:r>
            <a:r>
              <a:rPr lang="en-US" sz="1400"/>
              <a:t>: License plate preprocessing — Crop → Resize → Grayscale → Blur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1C9861-EA9A-C659-0D4C-DCF0A154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Agenda for Today’s Lesson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3413B-A454-980C-B650-E81273F311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562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5554-F598-529F-6601-7A01A9AB6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687A2A-D381-7131-9635-3F1E3AA9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Image Transformations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B4A07E-EC9E-772A-F18C-5C1FBB61B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899" y="3886698"/>
            <a:ext cx="10071099" cy="509750"/>
          </a:xfrm>
        </p:spPr>
        <p:txBody>
          <a:bodyPr/>
          <a:lstStyle/>
          <a:p>
            <a:r>
              <a:rPr lang="en-US" dirty="0"/>
              <a:t>Week 2.1 — Geometric &amp; Photometric Transforms with OpenCV</a:t>
            </a:r>
          </a:p>
        </p:txBody>
      </p:sp>
    </p:spTree>
    <p:extLst>
      <p:ext uri="{BB962C8B-B14F-4D97-AF65-F5344CB8AC3E}">
        <p14:creationId xmlns:p14="http://schemas.microsoft.com/office/powerpoint/2010/main" val="1299181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4136-CC3F-38A6-B86E-7143FF09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What's Next?</a:t>
            </a:r>
          </a:p>
        </p:txBody>
      </p:sp>
    </p:spTree>
    <p:extLst>
      <p:ext uri="{BB962C8B-B14F-4D97-AF65-F5344CB8AC3E}">
        <p14:creationId xmlns:p14="http://schemas.microsoft.com/office/powerpoint/2010/main" val="265440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07CB9F-8D7F-FE13-D990-8B028995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Setup: Loading Images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00ADF-5A57-5440-AAF9-5E95A506E1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1040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0E7B71A-62A4-8595-C07B-71D16D55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Week 2.1</a:t>
            </a:r>
            <a:endParaRPr lang="en-SG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F29092-FAE6-965E-BDE5-2EDDE8567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2755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-1006936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ActivityId&quot;:null,&quot;Name&quot;:&quot;MultipleChoice&quot;,&quot;ActivityType&quot;:0,&quot;Width&quot;:0.0,&quot;Height&quot;:0.0,&quot;Graphics&quot;:null,&quot;ActivityBase&quot;:{&quot;$type&quot;:&quot;ClassPoint2.Core.DTO.Activities.MultipleChoiceActivity, ClassPoint2.Core&quot;,&quot;mcChoices&quot;:{&quot;$type&quot;:&quot;System.Collections.Generic.List`1[[System.String, mscorlib]], mscorlib&quot;,&quot;$values&quot;:[&quot;A&quot;,&quot;B&quot;,&quot;C&quot;,&quot;D&quot;]},&quot;mcIsAllowSelectMultiple&quot;:false,&quot;mcCorrectAnswers&quot;:{&quot;$type&quot;:&quot;System.Collections.Generic.List`1[[System.String, mscorlib]], mscorlib&quot;,&quot;$values&quot;:[&quot;B&quot;]},&quot;isQuizMode&quot;:true,&quot;correctPoints&quot;:1,&quot;correctSpeedBonus&quot;:null,&quot;HasCorrectAnswers&quot;:true,&quot;activityId&quot;:null,&quot;activityType&quot;:&quot;Multiple Choice&quot;,&quot;countdown&quot;:0,&quot;StartWithSlide&quot;:false,&quot;CanMinimize&quot;:false,&quot;CanCountDown&quot;:false},&quot;IsLocked&quot;:false,&quot;IsMappedFromCp1&quot;:false,&quot;IsQuizMode&quot;:true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ActivityId&quot;:null,&quot;Name&quot;:&quot;MultipleChoice&quot;,&quot;ActivityType&quot;:0,&quot;Width&quot;:0.0,&quot;Height&quot;:0.0,&quot;Graphics&quot;:null,&quot;ActivityBase&quot;:{&quot;$type&quot;:&quot;ClassPoint2.Core.DTO.Activities.MultipleChoiceActivity, ClassPoint2.Core&quot;,&quot;mcChoices&quot;:{&quot;$type&quot;:&quot;System.Collections.Generic.List`1[[System.String, mscorlib]], mscorlib&quot;,&quot;$values&quot;:[&quot;A&quot;,&quot;B&quot;,&quot;C&quot;,&quot;D&quot;]},&quot;mcIsAllowSelectMultiple&quot;:false,&quot;mcCorrectAnswers&quot;:{&quot;$type&quot;:&quot;System.Collections.Generic.List`1[[System.String, mscorlib]], mscorlib&quot;,&quot;$values&quot;:[&quot;B&quot;]},&quot;isQuizMode&quot;:true,&quot;correctPoints&quot;:1,&quot;correctSpeedBonus&quot;:null,&quot;HasCorrectAnswers&quot;:true,&quot;activityId&quot;:null,&quot;activityType&quot;:&quot;Multiple Choice&quot;,&quot;countdown&quot;:0,&quot;StartWithSlide&quot;:false,&quot;CanMinimize&quot;:false,&quot;CanCountDown&quot;:false},&quot;IsLocked&quot;:false,&quot;IsMappedFromCp1&quot;:false,&quot;IsQuizMode&quot;:true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ActivityId&quot;:null,&quot;Name&quot;:&quot;MultipleChoice&quot;,&quot;ActivityType&quot;:0,&quot;Width&quot;:0.0,&quot;Height&quot;:0.0,&quot;Graphics&quot;:null,&quot;ActivityBase&quot;:{&quot;$type&quot;:&quot;ClassPoint2.Core.DTO.Activities.MultipleChoiceActivity, ClassPoint2.Core&quot;,&quot;mcChoices&quot;:{&quot;$type&quot;:&quot;System.Collections.Generic.List`1[[System.String, mscorlib]], mscorlib&quot;,&quot;$values&quot;:[&quot;A&quot;,&quot;B&quot;,&quot;C&quot;,&quot;D&quot;]},&quot;mcIsAllowSelectMultiple&quot;:false,&quot;mcCorrectAnswers&quot;:{&quot;$type&quot;:&quot;System.Collections.Generic.List`1[[System.String, mscorlib]], mscorlib&quot;,&quot;$values&quot;:[&quot;A&quot;]},&quot;isQuizMode&quot;:true,&quot;correctPoints&quot;:2,&quot;correctSpeedBonus&quot;:null,&quot;HasCorrectAnswers&quot;:true,&quot;activityId&quot;:null,&quot;activityType&quot;:&quot;Multiple Choice&quot;,&quot;countdown&quot;:0,&quot;StartWithSlide&quot;:false,&quot;CanMinimize&quot;:false,&quot;CanCountDown&quot;:false},&quot;IsLocked&quot;:false,&quot;IsMappedFromCp1&quot;:false,&quot;IsQuizMode&quot;:true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ActivityId&quot;:null,&quot;Name&quot;:&quot;MultipleChoice&quot;,&quot;ActivityType&quot;:0,&quot;Width&quot;:0.0,&quot;Height&quot;:0.0,&quot;Graphics&quot;:null,&quot;ActivityBase&quot;:{&quot;$type&quot;:&quot;ClassPoint2.Core.DTO.Activities.MultipleChoiceActivity, ClassPoint2.Core&quot;,&quot;mcChoices&quot;:{&quot;$type&quot;:&quot;System.Collections.Generic.List`1[[System.String, mscorlib]], mscorlib&quot;,&quot;$values&quot;:[&quot;A&quot;,&quot;B&quot;,&quot;C&quot;,&quot;D&quot;]},&quot;mcIsAllowSelectMultiple&quot;:false,&quot;mcCorrectAnswers&quot;:{&quot;$type&quot;:&quot;System.Collections.Generic.List`1[[System.String, mscorlib]], mscorlib&quot;,&quot;$values&quot;:[&quot;A&quot;]},&quot;isQuizMode&quot;:true,&quot;correctPoints&quot;:3,&quot;correctSpeedBonus&quot;:null,&quot;HasCorrectAnswers&quot;:true,&quot;activityId&quot;:null,&quot;activityType&quot;:&quot;Multiple Choice&quot;,&quot;countdown&quot;:0,&quot;StartWithSlide&quot;:false,&quot;CanMinimize&quot;:false,&quot;CanCountDown&quot;:false},&quot;IsLocked&quot;:false,&quot;IsMappedFromCp1&quot;:false,&quot;IsQuizMode&quot;:true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TIVITYMODEL" val="{&quot;$type&quot;:&quot;ClassPoint2.Core.Model.Activity, ClassPoint2.Core&quot;,&quot;ActivityId&quot;:null,&quot;Name&quot;:&quot;MultipleChoice&quot;,&quot;ActivityType&quot;:0,&quot;Width&quot;:0.0,&quot;Height&quot;:0.0,&quot;Graphics&quot;:null,&quot;ActivityBase&quot;:{&quot;$type&quot;:&quot;ClassPoint2.Core.DTO.Activities.MultipleChoiceActivity, ClassPoint2.Core&quot;,&quot;mcChoices&quot;:{&quot;$type&quot;:&quot;System.Collections.Generic.List`1[[System.String, mscorlib]], mscorlib&quot;,&quot;$values&quot;:[&quot;A&quot;,&quot;B&quot;,&quot;C&quot;,&quot;D&quot;]},&quot;mcIsAllowSelectMultiple&quot;:false,&quot;mcCorrectAnswers&quot;:{&quot;$type&quot;:&quot;System.Collections.Generic.List`1[[System.String, mscorlib]], mscorlib&quot;,&quot;$values&quot;:[&quot;A&quot;]},&quot;isQuizMode&quot;:true,&quot;correctPoints&quot;:3,&quot;correctSpeedBonus&quot;:null,&quot;HasCorrectAnswers&quot;:true,&quot;activityId&quot;:null,&quot;activityType&quot;:&quot;Multiple Choice&quot;,&quot;countdown&quot;:0,&quot;StartWithSlide&quot;:false,&quot;CanMinimize&quot;:false,&quot;CanCountDown&quot;:false},&quot;IsLocked&quot;:false,&quot;IsMappedFromCp1&quot;:false,&quot;IsQuizMode&quot;:true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6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D6839D-88F8-4D6C-A7C7-07847CCB1CDA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545C4DACC92340AB17033E3A6DD483" ma:contentTypeVersion="7" ma:contentTypeDescription="Create a new document." ma:contentTypeScope="" ma:versionID="af1e407a5e29ef7b1fee8f6ef12eea58">
  <xsd:schema xmlns:xsd="http://www.w3.org/2001/XMLSchema" xmlns:xs="http://www.w3.org/2001/XMLSchema" xmlns:p="http://schemas.microsoft.com/office/2006/metadata/properties" xmlns:ns2="dcad1f52-99d9-4eec-95fc-8866ed2e151b" targetNamespace="http://schemas.microsoft.com/office/2006/metadata/properties" ma:root="true" ma:fieldsID="ba1d01ce9bdeda77113c8485c6d918bb" ns2:_="">
    <xsd:import namespace="dcad1f52-99d9-4eec-95fc-8866ed2e15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ad1f52-99d9-4eec-95fc-8866ed2e15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EB4286-77AA-491C-9340-7A7EEBE5AB61}">
  <ds:schemaRefs>
    <ds:schemaRef ds:uri="dcad1f52-99d9-4eec-95fc-8866ed2e151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AC500B8-D355-4F4A-A925-CE8DC3BE87AB}">
  <ds:schemaRefs>
    <ds:schemaRef ds:uri="dcad1f52-99d9-4eec-95fc-8866ed2e151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11D3C07-BA7C-4755-8D7E-077AE7714D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4801</TotalTime>
  <Words>661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Week 1.2 Recap</vt:lpstr>
      <vt:lpstr>ClassPoint Time!</vt:lpstr>
      <vt:lpstr>ClassPoint Time!</vt:lpstr>
      <vt:lpstr>ClassPoint Time!</vt:lpstr>
      <vt:lpstr>ClassPoint Time!</vt:lpstr>
      <vt:lpstr>ClassPoint Time!</vt:lpstr>
      <vt:lpstr>Agenda for Today’s Lesson</vt:lpstr>
      <vt:lpstr>Intro to Image Transformations</vt:lpstr>
      <vt:lpstr>What's Next?</vt:lpstr>
      <vt:lpstr>Setup: Loading Images</vt:lpstr>
      <vt:lpstr>End of Week 2.1</vt:lpstr>
    </vt:vector>
  </TitlesOfParts>
  <Manager>Dr. Edirisinghe, EM Nalaka S</Manager>
  <Company>Temasek Polytechnic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Supervised Learning IV</dc:title>
  <dc:subject>Principles of Machine Learning</dc:subject>
  <dc:creator>Tan Sio Poh</dc:creator>
  <cp:keywords>PRML, CAI1C01, Principles of Machine Learning, Supervised Learning I</cp:keywords>
  <dc:description/>
  <cp:lastModifiedBy>Alvin PS TAN (TP)</cp:lastModifiedBy>
  <cp:revision>1</cp:revision>
  <dcterms:modified xsi:type="dcterms:W3CDTF">2026-03-13T07:59:58Z</dcterms:modified>
  <cp:category>Artificial Intelligence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huhuimei@TP.EDU.SG</vt:lpwstr>
  </property>
  <property fmtid="{D5CDD505-2E9C-101B-9397-08002B2CF9AE}" pid="5" name="MSIP_Label_4bcb20ed-001a-45f4-b2e7-234c5fc91178_SetDate">
    <vt:lpwstr>2020-12-02T05:41:51.1758418Z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d4006f4f-3d64-4477-a628-8516ebfa8e16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huhuimei@TP.EDU.SG</vt:lpwstr>
  </property>
  <property fmtid="{D5CDD505-2E9C-101B-9397-08002B2CF9AE}" pid="13" name="MSIP_Label_f69d7fc4-da81-42e5-b309-526f71322d86_SetDate">
    <vt:lpwstr>2020-12-02T05:41:51.1758418Z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d4006f4f-3d64-4477-a628-8516ebfa8e16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  <property fmtid="{D5CDD505-2E9C-101B-9397-08002B2CF9AE}" pid="20" name="ContentTypeId">
    <vt:lpwstr>0x010100D6545C4DACC92340AB17033E3A6DD483</vt:lpwstr>
  </property>
</Properties>
</file>